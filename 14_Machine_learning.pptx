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docProps/custom.xml" ContentType="application/vnd.openxmlformats-officedocument.custom-propertie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NapkinAiOrigin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/>
  <p:notesSz cx="6858000" cy="9144000"/>
  <p:embeddedFontLst>
    <p:embeddedFont>
      <p:font typeface="Roboto Slab" pitchFamily="2" charset="0"/>
      <p:regular r:id="rId17"/>
      <p:bold r:id="rId18"/>
    </p:embeddedFont>
    <p:embeddedFont>
      <p:font typeface="Roboto" pitchFamily="2" charset="0"/>
      <p:regular r:id="rId19"/>
      <p:bold r:id="rId20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l="26176" r="26176"/>
          <a:stretch>
            <a:fillRect/>
          </a:stretch>
        </p:blipFill>
        <p:spPr>
          <a:xfrm>
            <a:off x="4752975" y="0"/>
            <a:ext cx="4391025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85775" y="670900"/>
            <a:ext cx="0" cy="1714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00" b="0">
                <a:solidFill>
                  <a:srgbClr val="22403B"/>
                </a:solidFill>
                <a:latin typeface="Roboto"/>
              </a:rPr>
              <a:t/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485775" y="1070976"/>
            <a:ext cx="3848319" cy="2582483"/>
            <a:chOff x="485775" y="1070976"/>
            <a:chExt cx="3848319" cy="2582483"/>
          </a:xfrm>
        </p:grpSpPr>
        <p:sp>
          <p:nvSpPr>
            <p:cNvPr id="4" name="TextBox 3"/>
            <p:cNvSpPr txBox="1"/>
            <p:nvPr/>
          </p:nvSpPr>
          <p:spPr>
            <a:xfrm>
              <a:off x="485775" y="1070976"/>
              <a:ext cx="4425566" cy="6456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5000" b="1">
                  <a:solidFill>
                    <a:srgbClr val="22403B"/>
                  </a:solidFill>
                  <a:latin typeface="Roboto Slab"/>
                </a:rPr>
                <a:t>Machine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485775" y="1716580"/>
              <a:ext cx="4425566" cy="6456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5000" b="1">
                  <a:solidFill>
                    <a:srgbClr val="22403B"/>
                  </a:solidFill>
                  <a:latin typeface="Roboto Slab"/>
                </a:rPr>
                <a:t>Learning: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485775" y="2362185"/>
              <a:ext cx="4425566" cy="6456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5000" b="1">
                  <a:solidFill>
                    <a:srgbClr val="22403B"/>
                  </a:solidFill>
                  <a:latin typeface="Roboto Slab"/>
                </a:rPr>
                <a:t>An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485775" y="3007789"/>
              <a:ext cx="4425566" cy="6456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5000" b="1">
                  <a:solidFill>
                    <a:srgbClr val="22403B"/>
                  </a:solidFill>
                  <a:latin typeface="Roboto Slab"/>
                </a:rPr>
                <a:t>Introduction</a:t>
              </a:r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485775" y="3882096"/>
            <a:ext cx="3446837" cy="1714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100" b="0">
                <a:solidFill>
                  <a:srgbClr val="22403B"/>
                </a:solidFill>
                <a:latin typeface="Roboto"/>
              </a:rPr>
              <a:t>Understanding how computers learn from data.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5775" y="4282146"/>
            <a:ext cx="0" cy="19045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100" b="1">
                <a:solidFill>
                  <a:srgbClr val="22403B"/>
                </a:solidFill>
                <a:latin typeface="Roboto"/>
              </a:rPr>
              <a:t/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2575" y="4865160"/>
            <a:ext cx="1025290" cy="114677"/>
          </a:xfrm>
          <a:custGeom>
            <a:avLst/>
            <a:gdLst/>
            <a:ahLst/>
            <a:cxnLst/>
            <a:rect l="0" t="0" r="0" b="0"/>
            <a:pathLst>
              <a:path w="1025290" h="114677">
                <a:moveTo>
                  <a:pt x="583720" y="112024"/>
                </a:moveTo>
                <a:cubicBezTo>
                  <a:pt x="584031" y="113167"/>
                  <a:pt x="584928" y="114062"/>
                  <a:pt x="586072" y="114370"/>
                </a:cubicBezTo>
                <a:cubicBezTo>
                  <a:pt x="587216" y="114677"/>
                  <a:pt x="588441" y="114353"/>
                  <a:pt x="589283" y="113519"/>
                </a:cubicBezTo>
                <a:lnTo>
                  <a:pt x="638841" y="64551"/>
                </a:lnTo>
                <a:lnTo>
                  <a:pt x="579948" y="98108"/>
                </a:lnTo>
                <a:close/>
                <a:moveTo>
                  <a:pt x="562613" y="581"/>
                </a:moveTo>
                <a:cubicBezTo>
                  <a:pt x="561581" y="0"/>
                  <a:pt x="560315" y="9"/>
                  <a:pt x="559293" y="606"/>
                </a:cubicBezTo>
                <a:cubicBezTo>
                  <a:pt x="558270" y="1204"/>
                  <a:pt x="557640" y="2302"/>
                  <a:pt x="557641" y="3486"/>
                </a:cubicBezTo>
                <a:lnTo>
                  <a:pt x="557641" y="33119"/>
                </a:lnTo>
                <a:lnTo>
                  <a:pt x="588845" y="15326"/>
                </a:lnTo>
                <a:close/>
                <a:moveTo>
                  <a:pt x="598122" y="20631"/>
                </a:moveTo>
                <a:lnTo>
                  <a:pt x="557641" y="43692"/>
                </a:lnTo>
                <a:lnTo>
                  <a:pt x="557641" y="66980"/>
                </a:lnTo>
                <a:lnTo>
                  <a:pt x="618515" y="32271"/>
                </a:lnTo>
                <a:close/>
                <a:moveTo>
                  <a:pt x="642966" y="52093"/>
                </a:moveTo>
                <a:cubicBezTo>
                  <a:pt x="644009" y="51501"/>
                  <a:pt x="644656" y="50391"/>
                  <a:pt x="644656" y="49192"/>
                </a:cubicBezTo>
                <a:cubicBezTo>
                  <a:pt x="644656" y="47993"/>
                  <a:pt x="644009" y="46883"/>
                  <a:pt x="642966" y="46292"/>
                </a:cubicBezTo>
                <a:lnTo>
                  <a:pt x="627802" y="37719"/>
                </a:lnTo>
                <a:lnTo>
                  <a:pt x="557650" y="77715"/>
                </a:lnTo>
                <a:lnTo>
                  <a:pt x="557650" y="94688"/>
                </a:lnTo>
                <a:cubicBezTo>
                  <a:pt x="557648" y="95875"/>
                  <a:pt x="558279" y="96977"/>
                  <a:pt x="559304" y="97575"/>
                </a:cubicBezTo>
                <a:cubicBezTo>
                  <a:pt x="560330" y="98173"/>
                  <a:pt x="561600" y="98180"/>
                  <a:pt x="562632" y="97593"/>
                </a:cubicBezTo>
                <a:lnTo>
                  <a:pt x="642975" y="52093"/>
                </a:lnTo>
                <a:close/>
                <a:moveTo>
                  <a:pt x="386162" y="14450"/>
                </a:moveTo>
                <a:cubicBezTo>
                  <a:pt x="386162" y="10325"/>
                  <a:pt x="389543" y="6992"/>
                  <a:pt x="393706" y="6992"/>
                </a:cubicBezTo>
                <a:cubicBezTo>
                  <a:pt x="397868" y="6992"/>
                  <a:pt x="401250" y="10325"/>
                  <a:pt x="401250" y="14450"/>
                </a:cubicBezTo>
                <a:cubicBezTo>
                  <a:pt x="401250" y="18574"/>
                  <a:pt x="397868" y="21908"/>
                  <a:pt x="393706" y="21908"/>
                </a:cubicBezTo>
                <a:cubicBezTo>
                  <a:pt x="389543" y="21908"/>
                  <a:pt x="386162" y="18574"/>
                  <a:pt x="386162" y="14450"/>
                </a:cubicBezTo>
                <a:close/>
                <a:moveTo>
                  <a:pt x="949766" y="14450"/>
                </a:moveTo>
                <a:cubicBezTo>
                  <a:pt x="949766" y="10325"/>
                  <a:pt x="953147" y="6992"/>
                  <a:pt x="957310" y="6992"/>
                </a:cubicBezTo>
                <a:cubicBezTo>
                  <a:pt x="961472" y="6992"/>
                  <a:pt x="964853" y="10325"/>
                  <a:pt x="964853" y="14450"/>
                </a:cubicBezTo>
                <a:cubicBezTo>
                  <a:pt x="964853" y="18574"/>
                  <a:pt x="961472" y="21908"/>
                  <a:pt x="957310" y="21908"/>
                </a:cubicBezTo>
                <a:cubicBezTo>
                  <a:pt x="953147" y="21908"/>
                  <a:pt x="949766" y="18574"/>
                  <a:pt x="949766" y="14450"/>
                </a:cubicBezTo>
                <a:close/>
                <a:moveTo>
                  <a:pt x="131083" y="87183"/>
                </a:moveTo>
                <a:lnTo>
                  <a:pt x="118986" y="87183"/>
                </a:lnTo>
                <a:lnTo>
                  <a:pt x="118986" y="82544"/>
                </a:lnTo>
                <a:cubicBezTo>
                  <a:pt x="116357" y="84459"/>
                  <a:pt x="110756" y="88345"/>
                  <a:pt x="101069" y="88345"/>
                </a:cubicBezTo>
                <a:cubicBezTo>
                  <a:pt x="89620" y="88345"/>
                  <a:pt x="79409" y="80782"/>
                  <a:pt x="80714" y="68552"/>
                </a:cubicBezTo>
                <a:cubicBezTo>
                  <a:pt x="81838" y="58017"/>
                  <a:pt x="91697" y="53464"/>
                  <a:pt x="98317" y="52102"/>
                </a:cubicBezTo>
                <a:lnTo>
                  <a:pt x="118986" y="48816"/>
                </a:lnTo>
                <a:cubicBezTo>
                  <a:pt x="118986" y="43682"/>
                  <a:pt x="116224" y="39710"/>
                  <a:pt x="108851" y="39234"/>
                </a:cubicBezTo>
                <a:cubicBezTo>
                  <a:pt x="101479" y="38758"/>
                  <a:pt x="97326" y="42139"/>
                  <a:pt x="93887" y="48921"/>
                </a:cubicBezTo>
                <a:lnTo>
                  <a:pt x="83181" y="43158"/>
                </a:lnTo>
                <a:cubicBezTo>
                  <a:pt x="94783" y="18098"/>
                  <a:pt x="131083" y="26356"/>
                  <a:pt x="131083" y="47101"/>
                </a:cubicBezTo>
                <a:lnTo>
                  <a:pt x="131083" y="87173"/>
                </a:lnTo>
                <a:close/>
                <a:moveTo>
                  <a:pt x="118986" y="59941"/>
                </a:moveTo>
                <a:lnTo>
                  <a:pt x="101688" y="62770"/>
                </a:lnTo>
                <a:cubicBezTo>
                  <a:pt x="97450" y="63789"/>
                  <a:pt x="92592" y="66037"/>
                  <a:pt x="93059" y="71324"/>
                </a:cubicBezTo>
                <a:cubicBezTo>
                  <a:pt x="93649" y="77934"/>
                  <a:pt x="105594" y="78610"/>
                  <a:pt x="111185" y="75086"/>
                </a:cubicBezTo>
                <a:cubicBezTo>
                  <a:pt x="118395" y="70533"/>
                  <a:pt x="119043" y="63713"/>
                  <a:pt x="118986" y="59941"/>
                </a:cubicBezTo>
                <a:close/>
                <a:moveTo>
                  <a:pt x="811091" y="87183"/>
                </a:moveTo>
                <a:lnTo>
                  <a:pt x="798995" y="87183"/>
                </a:lnTo>
                <a:lnTo>
                  <a:pt x="798995" y="82544"/>
                </a:lnTo>
                <a:cubicBezTo>
                  <a:pt x="796366" y="84459"/>
                  <a:pt x="790765" y="88345"/>
                  <a:pt x="781078" y="88345"/>
                </a:cubicBezTo>
                <a:cubicBezTo>
                  <a:pt x="769629" y="88345"/>
                  <a:pt x="759418" y="80782"/>
                  <a:pt x="760723" y="68552"/>
                </a:cubicBezTo>
                <a:cubicBezTo>
                  <a:pt x="761847" y="58017"/>
                  <a:pt x="771705" y="53464"/>
                  <a:pt x="778325" y="52102"/>
                </a:cubicBezTo>
                <a:lnTo>
                  <a:pt x="798995" y="48816"/>
                </a:lnTo>
                <a:cubicBezTo>
                  <a:pt x="798995" y="43682"/>
                  <a:pt x="796232" y="39710"/>
                  <a:pt x="788860" y="39234"/>
                </a:cubicBezTo>
                <a:cubicBezTo>
                  <a:pt x="781488" y="38758"/>
                  <a:pt x="777335" y="42139"/>
                  <a:pt x="773896" y="48921"/>
                </a:cubicBezTo>
                <a:lnTo>
                  <a:pt x="763190" y="43158"/>
                </a:lnTo>
                <a:cubicBezTo>
                  <a:pt x="774792" y="18098"/>
                  <a:pt x="811091" y="26356"/>
                  <a:pt x="811091" y="47101"/>
                </a:cubicBezTo>
                <a:lnTo>
                  <a:pt x="811091" y="87173"/>
                </a:lnTo>
                <a:close/>
                <a:moveTo>
                  <a:pt x="798995" y="59941"/>
                </a:moveTo>
                <a:lnTo>
                  <a:pt x="798985" y="59941"/>
                </a:lnTo>
                <a:lnTo>
                  <a:pt x="781688" y="62770"/>
                </a:lnTo>
                <a:cubicBezTo>
                  <a:pt x="777449" y="63789"/>
                  <a:pt x="772591" y="66037"/>
                  <a:pt x="773058" y="71324"/>
                </a:cubicBezTo>
                <a:cubicBezTo>
                  <a:pt x="773649" y="77934"/>
                  <a:pt x="785593" y="78610"/>
                  <a:pt x="791184" y="75086"/>
                </a:cubicBezTo>
                <a:cubicBezTo>
                  <a:pt x="798404" y="70533"/>
                  <a:pt x="799052" y="63713"/>
                  <a:pt x="798995" y="59941"/>
                </a:cubicBezTo>
                <a:close/>
                <a:moveTo>
                  <a:pt x="905789" y="87183"/>
                </a:moveTo>
                <a:lnTo>
                  <a:pt x="893921" y="87183"/>
                </a:lnTo>
                <a:lnTo>
                  <a:pt x="893921" y="6696"/>
                </a:lnTo>
                <a:lnTo>
                  <a:pt x="905789" y="6696"/>
                </a:lnTo>
                <a:lnTo>
                  <a:pt x="905789" y="53321"/>
                </a:lnTo>
                <a:lnTo>
                  <a:pt x="931316" y="28947"/>
                </a:lnTo>
                <a:lnTo>
                  <a:pt x="947870" y="28947"/>
                </a:lnTo>
                <a:lnTo>
                  <a:pt x="922791" y="53093"/>
                </a:lnTo>
                <a:lnTo>
                  <a:pt x="948651" y="87173"/>
                </a:lnTo>
                <a:lnTo>
                  <a:pt x="933831" y="87173"/>
                </a:lnTo>
                <a:lnTo>
                  <a:pt x="914047" y="61389"/>
                </a:lnTo>
                <a:lnTo>
                  <a:pt x="905789" y="69428"/>
                </a:lnTo>
                <a:lnTo>
                  <a:pt x="905789" y="87173"/>
                </a:lnTo>
                <a:close/>
                <a:moveTo>
                  <a:pt x="963444" y="28947"/>
                </a:moveTo>
                <a:lnTo>
                  <a:pt x="951490" y="28947"/>
                </a:lnTo>
                <a:lnTo>
                  <a:pt x="951490" y="87173"/>
                </a:lnTo>
                <a:lnTo>
                  <a:pt x="963444" y="87173"/>
                </a:lnTo>
                <a:close/>
                <a:moveTo>
                  <a:pt x="399564" y="28947"/>
                </a:moveTo>
                <a:lnTo>
                  <a:pt x="387610" y="28947"/>
                </a:lnTo>
                <a:lnTo>
                  <a:pt x="387610" y="87173"/>
                </a:lnTo>
                <a:lnTo>
                  <a:pt x="399564" y="87173"/>
                </a:lnTo>
                <a:close/>
                <a:moveTo>
                  <a:pt x="452751" y="87173"/>
                </a:moveTo>
                <a:lnTo>
                  <a:pt x="452751" y="6677"/>
                </a:lnTo>
                <a:lnTo>
                  <a:pt x="464705" y="6677"/>
                </a:lnTo>
                <a:lnTo>
                  <a:pt x="464705" y="32347"/>
                </a:lnTo>
                <a:cubicBezTo>
                  <a:pt x="468144" y="29052"/>
                  <a:pt x="474230" y="27728"/>
                  <a:pt x="478707" y="27728"/>
                </a:cubicBezTo>
                <a:cubicBezTo>
                  <a:pt x="492537" y="27728"/>
                  <a:pt x="502300" y="38034"/>
                  <a:pt x="502110" y="51045"/>
                </a:cubicBezTo>
                <a:lnTo>
                  <a:pt x="502110" y="87164"/>
                </a:lnTo>
                <a:lnTo>
                  <a:pt x="490013" y="87164"/>
                </a:lnTo>
                <a:lnTo>
                  <a:pt x="490013" y="52112"/>
                </a:lnTo>
                <a:cubicBezTo>
                  <a:pt x="490013" y="48225"/>
                  <a:pt x="487975" y="39358"/>
                  <a:pt x="477488" y="39358"/>
                </a:cubicBezTo>
                <a:cubicBezTo>
                  <a:pt x="468268" y="39358"/>
                  <a:pt x="464705" y="46559"/>
                  <a:pt x="464705" y="52112"/>
                </a:cubicBezTo>
                <a:lnTo>
                  <a:pt x="464705" y="87173"/>
                </a:lnTo>
                <a:close/>
                <a:moveTo>
                  <a:pt x="407412" y="40558"/>
                </a:moveTo>
                <a:lnTo>
                  <a:pt x="407412" y="28985"/>
                </a:lnTo>
                <a:lnTo>
                  <a:pt x="413327" y="28985"/>
                </a:lnTo>
                <a:cubicBezTo>
                  <a:pt x="414464" y="28985"/>
                  <a:pt x="415555" y="28533"/>
                  <a:pt x="416358" y="27729"/>
                </a:cubicBezTo>
                <a:cubicBezTo>
                  <a:pt x="417162" y="26926"/>
                  <a:pt x="417614" y="25835"/>
                  <a:pt x="417614" y="24699"/>
                </a:cubicBezTo>
                <a:lnTo>
                  <a:pt x="417614" y="16555"/>
                </a:lnTo>
                <a:lnTo>
                  <a:pt x="429529" y="16555"/>
                </a:lnTo>
                <a:lnTo>
                  <a:pt x="429529" y="28985"/>
                </a:lnTo>
                <a:lnTo>
                  <a:pt x="441998" y="28985"/>
                </a:lnTo>
                <a:lnTo>
                  <a:pt x="441998" y="40558"/>
                </a:lnTo>
                <a:lnTo>
                  <a:pt x="429529" y="40558"/>
                </a:lnTo>
                <a:lnTo>
                  <a:pt x="429529" y="70171"/>
                </a:lnTo>
                <a:cubicBezTo>
                  <a:pt x="429529" y="72962"/>
                  <a:pt x="430530" y="76496"/>
                  <a:pt x="435702" y="76496"/>
                </a:cubicBezTo>
                <a:cubicBezTo>
                  <a:pt x="439178" y="76496"/>
                  <a:pt x="440759" y="76162"/>
                  <a:pt x="442712" y="75829"/>
                </a:cubicBezTo>
                <a:lnTo>
                  <a:pt x="442712" y="86659"/>
                </a:lnTo>
                <a:cubicBezTo>
                  <a:pt x="442712" y="86659"/>
                  <a:pt x="439273" y="87735"/>
                  <a:pt x="434549" y="87735"/>
                </a:cubicBezTo>
                <a:cubicBezTo>
                  <a:pt x="421233" y="87735"/>
                  <a:pt x="417623" y="77724"/>
                  <a:pt x="417623" y="70704"/>
                </a:cubicBezTo>
                <a:lnTo>
                  <a:pt x="417623" y="40558"/>
                </a:lnTo>
                <a:lnTo>
                  <a:pt x="407422" y="40558"/>
                </a:lnTo>
                <a:close/>
                <a:moveTo>
                  <a:pt x="309829" y="28985"/>
                </a:moveTo>
                <a:lnTo>
                  <a:pt x="296551" y="28985"/>
                </a:lnTo>
                <a:lnTo>
                  <a:pt x="317420" y="87145"/>
                </a:lnTo>
                <a:lnTo>
                  <a:pt x="328136" y="87145"/>
                </a:lnTo>
                <a:lnTo>
                  <a:pt x="339890" y="49826"/>
                </a:lnTo>
                <a:lnTo>
                  <a:pt x="351682" y="87145"/>
                </a:lnTo>
                <a:lnTo>
                  <a:pt x="362435" y="87145"/>
                </a:lnTo>
                <a:lnTo>
                  <a:pt x="383276" y="28985"/>
                </a:lnTo>
                <a:lnTo>
                  <a:pt x="370103" y="28985"/>
                </a:lnTo>
                <a:lnTo>
                  <a:pt x="357158" y="66418"/>
                </a:lnTo>
                <a:lnTo>
                  <a:pt x="345195" y="28985"/>
                </a:lnTo>
                <a:lnTo>
                  <a:pt x="334489" y="28985"/>
                </a:lnTo>
                <a:lnTo>
                  <a:pt x="322659" y="66675"/>
                </a:lnTo>
                <a:lnTo>
                  <a:pt x="309819" y="28985"/>
                </a:lnTo>
                <a:close/>
                <a:moveTo>
                  <a:pt x="211569" y="58531"/>
                </a:moveTo>
                <a:cubicBezTo>
                  <a:pt x="211378" y="73448"/>
                  <a:pt x="222875" y="88335"/>
                  <a:pt x="242268" y="88335"/>
                </a:cubicBezTo>
                <a:cubicBezTo>
                  <a:pt x="257184" y="88335"/>
                  <a:pt x="264966" y="79591"/>
                  <a:pt x="268309" y="71962"/>
                </a:cubicBezTo>
                <a:lnTo>
                  <a:pt x="258813" y="66713"/>
                </a:lnTo>
                <a:cubicBezTo>
                  <a:pt x="255812" y="70514"/>
                  <a:pt x="251183" y="77134"/>
                  <a:pt x="242258" y="77134"/>
                </a:cubicBezTo>
                <a:cubicBezTo>
                  <a:pt x="231352" y="77134"/>
                  <a:pt x="224875" y="69695"/>
                  <a:pt x="224247" y="62656"/>
                </a:cubicBezTo>
                <a:lnTo>
                  <a:pt x="268300" y="62656"/>
                </a:lnTo>
                <a:cubicBezTo>
                  <a:pt x="269005" y="59951"/>
                  <a:pt x="269709" y="53178"/>
                  <a:pt x="268014" y="47806"/>
                </a:cubicBezTo>
                <a:cubicBezTo>
                  <a:pt x="264814" y="37672"/>
                  <a:pt x="256384" y="27785"/>
                  <a:pt x="240972" y="27785"/>
                </a:cubicBezTo>
                <a:cubicBezTo>
                  <a:pt x="225561" y="27785"/>
                  <a:pt x="211559" y="38758"/>
                  <a:pt x="211559" y="58522"/>
                </a:cubicBezTo>
                <a:close/>
                <a:moveTo>
                  <a:pt x="224551" y="51388"/>
                </a:moveTo>
                <a:cubicBezTo>
                  <a:pt x="226630" y="44067"/>
                  <a:pt x="233371" y="38983"/>
                  <a:pt x="240982" y="38996"/>
                </a:cubicBezTo>
                <a:cubicBezTo>
                  <a:pt x="251050" y="38996"/>
                  <a:pt x="255917" y="47292"/>
                  <a:pt x="256441" y="51388"/>
                </a:cubicBezTo>
                <a:close/>
                <a:moveTo>
                  <a:pt x="141131" y="58531"/>
                </a:moveTo>
                <a:cubicBezTo>
                  <a:pt x="141493" y="75276"/>
                  <a:pt x="153295" y="88373"/>
                  <a:pt x="171088" y="88373"/>
                </a:cubicBezTo>
                <a:cubicBezTo>
                  <a:pt x="181317" y="88373"/>
                  <a:pt x="187499" y="83830"/>
                  <a:pt x="189766" y="81972"/>
                </a:cubicBezTo>
                <a:lnTo>
                  <a:pt x="189766" y="87183"/>
                </a:lnTo>
                <a:lnTo>
                  <a:pt x="201596" y="87183"/>
                </a:lnTo>
                <a:lnTo>
                  <a:pt x="201596" y="6735"/>
                </a:lnTo>
                <a:lnTo>
                  <a:pt x="189614" y="6735"/>
                </a:lnTo>
                <a:lnTo>
                  <a:pt x="189614" y="34243"/>
                </a:lnTo>
                <a:cubicBezTo>
                  <a:pt x="185670" y="30814"/>
                  <a:pt x="179498" y="27766"/>
                  <a:pt x="171230" y="27766"/>
                </a:cubicBezTo>
                <a:cubicBezTo>
                  <a:pt x="153038" y="27766"/>
                  <a:pt x="140769" y="41796"/>
                  <a:pt x="141131" y="58531"/>
                </a:cubicBezTo>
                <a:close/>
                <a:moveTo>
                  <a:pt x="153600" y="57769"/>
                </a:moveTo>
                <a:lnTo>
                  <a:pt x="153590" y="57769"/>
                </a:lnTo>
                <a:cubicBezTo>
                  <a:pt x="153590" y="47121"/>
                  <a:pt x="161629" y="39520"/>
                  <a:pt x="170783" y="39520"/>
                </a:cubicBezTo>
                <a:cubicBezTo>
                  <a:pt x="179936" y="39520"/>
                  <a:pt x="189566" y="45416"/>
                  <a:pt x="189566" y="58474"/>
                </a:cubicBezTo>
                <a:cubicBezTo>
                  <a:pt x="189631" y="63362"/>
                  <a:pt x="187692" y="68069"/>
                  <a:pt x="184204" y="71492"/>
                </a:cubicBezTo>
                <a:cubicBezTo>
                  <a:pt x="180715" y="74916"/>
                  <a:pt x="175973" y="76766"/>
                  <a:pt x="171088" y="76610"/>
                </a:cubicBezTo>
                <a:cubicBezTo>
                  <a:pt x="160486" y="76610"/>
                  <a:pt x="153600" y="68428"/>
                  <a:pt x="153600" y="57769"/>
                </a:cubicBezTo>
                <a:close/>
                <a:moveTo>
                  <a:pt x="884005" y="57503"/>
                </a:moveTo>
                <a:cubicBezTo>
                  <a:pt x="883643" y="40758"/>
                  <a:pt x="871842" y="27661"/>
                  <a:pt x="854049" y="27661"/>
                </a:cubicBezTo>
                <a:cubicBezTo>
                  <a:pt x="843819" y="27661"/>
                  <a:pt x="837638" y="32204"/>
                  <a:pt x="835371" y="34062"/>
                </a:cubicBezTo>
                <a:lnTo>
                  <a:pt x="835371" y="28852"/>
                </a:lnTo>
                <a:lnTo>
                  <a:pt x="823541" y="28852"/>
                </a:lnTo>
                <a:lnTo>
                  <a:pt x="823541" y="107147"/>
                </a:lnTo>
                <a:lnTo>
                  <a:pt x="835523" y="107147"/>
                </a:lnTo>
                <a:lnTo>
                  <a:pt x="835523" y="81792"/>
                </a:lnTo>
                <a:cubicBezTo>
                  <a:pt x="839466" y="85221"/>
                  <a:pt x="845648" y="88269"/>
                  <a:pt x="853906" y="88269"/>
                </a:cubicBezTo>
                <a:cubicBezTo>
                  <a:pt x="872099" y="88269"/>
                  <a:pt x="884367" y="74238"/>
                  <a:pt x="884005" y="57503"/>
                </a:cubicBezTo>
                <a:close/>
                <a:moveTo>
                  <a:pt x="871537" y="58265"/>
                </a:moveTo>
                <a:cubicBezTo>
                  <a:pt x="871537" y="68914"/>
                  <a:pt x="863507" y="76515"/>
                  <a:pt x="854354" y="76515"/>
                </a:cubicBezTo>
                <a:cubicBezTo>
                  <a:pt x="845200" y="76515"/>
                  <a:pt x="835571" y="70619"/>
                  <a:pt x="835571" y="57560"/>
                </a:cubicBezTo>
                <a:cubicBezTo>
                  <a:pt x="835506" y="52673"/>
                  <a:pt x="837445" y="47966"/>
                  <a:pt x="840933" y="44542"/>
                </a:cubicBezTo>
                <a:cubicBezTo>
                  <a:pt x="844421" y="41118"/>
                  <a:pt x="849164" y="39268"/>
                  <a:pt x="854049" y="39424"/>
                </a:cubicBezTo>
                <a:cubicBezTo>
                  <a:pt x="864650" y="39424"/>
                  <a:pt x="871537" y="47606"/>
                  <a:pt x="871537" y="58265"/>
                </a:cubicBezTo>
                <a:close/>
                <a:moveTo>
                  <a:pt x="975750" y="87411"/>
                </a:moveTo>
                <a:lnTo>
                  <a:pt x="975750" y="28956"/>
                </a:lnTo>
                <a:lnTo>
                  <a:pt x="987694" y="28956"/>
                </a:lnTo>
                <a:lnTo>
                  <a:pt x="987694" y="32595"/>
                </a:lnTo>
                <a:cubicBezTo>
                  <a:pt x="991133" y="29299"/>
                  <a:pt x="997219" y="27975"/>
                  <a:pt x="1001696" y="27975"/>
                </a:cubicBezTo>
                <a:cubicBezTo>
                  <a:pt x="1015526" y="27975"/>
                  <a:pt x="1025290" y="38281"/>
                  <a:pt x="1025099" y="51292"/>
                </a:cubicBezTo>
                <a:lnTo>
                  <a:pt x="1025099" y="87411"/>
                </a:lnTo>
                <a:lnTo>
                  <a:pt x="1013002" y="87411"/>
                </a:lnTo>
                <a:lnTo>
                  <a:pt x="1013002" y="52350"/>
                </a:lnTo>
                <a:cubicBezTo>
                  <a:pt x="1013002" y="48464"/>
                  <a:pt x="1010964" y="39596"/>
                  <a:pt x="1000477" y="39596"/>
                </a:cubicBezTo>
                <a:cubicBezTo>
                  <a:pt x="991247" y="39596"/>
                  <a:pt x="987694" y="46797"/>
                  <a:pt x="987694" y="52350"/>
                </a:cubicBezTo>
                <a:lnTo>
                  <a:pt x="987694" y="87411"/>
                </a:lnTo>
                <a:close/>
                <a:moveTo>
                  <a:pt x="686352" y="87211"/>
                </a:moveTo>
                <a:lnTo>
                  <a:pt x="686352" y="7887"/>
                </a:lnTo>
                <a:lnTo>
                  <a:pt x="696677" y="7887"/>
                </a:lnTo>
                <a:lnTo>
                  <a:pt x="736825" y="62913"/>
                </a:lnTo>
                <a:lnTo>
                  <a:pt x="736825" y="7887"/>
                </a:lnTo>
                <a:lnTo>
                  <a:pt x="749398" y="7887"/>
                </a:lnTo>
                <a:lnTo>
                  <a:pt x="749398" y="87211"/>
                </a:lnTo>
                <a:lnTo>
                  <a:pt x="738978" y="87211"/>
                </a:lnTo>
                <a:lnTo>
                  <a:pt x="698906" y="32004"/>
                </a:lnTo>
                <a:lnTo>
                  <a:pt x="698906" y="87211"/>
                </a:lnTo>
                <a:lnTo>
                  <a:pt x="686342" y="87211"/>
                </a:lnTo>
                <a:close/>
                <a:moveTo>
                  <a:pt x="11811" y="87183"/>
                </a:moveTo>
                <a:lnTo>
                  <a:pt x="0" y="87183"/>
                </a:lnTo>
                <a:lnTo>
                  <a:pt x="0" y="13154"/>
                </a:lnTo>
                <a:lnTo>
                  <a:pt x="9658" y="13154"/>
                </a:lnTo>
                <a:lnTo>
                  <a:pt x="35032" y="47416"/>
                </a:lnTo>
                <a:lnTo>
                  <a:pt x="60312" y="13202"/>
                </a:lnTo>
                <a:lnTo>
                  <a:pt x="70123" y="13202"/>
                </a:lnTo>
                <a:lnTo>
                  <a:pt x="70123" y="87173"/>
                </a:lnTo>
                <a:lnTo>
                  <a:pt x="58159" y="87173"/>
                </a:lnTo>
                <a:lnTo>
                  <a:pt x="58159" y="35871"/>
                </a:lnTo>
                <a:lnTo>
                  <a:pt x="35032" y="67361"/>
                </a:lnTo>
                <a:lnTo>
                  <a:pt x="11811" y="35681"/>
                </a:lnTo>
                <a:close/>
              </a:path>
            </a:pathLst>
          </a:custGeom>
          <a:solidFill>
            <a:srgbClr val="5E8D76">
              <a:alpha val="53333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28975" y="371475"/>
            <a:ext cx="2686050" cy="4400550"/>
          </a:xfrm>
          <a:custGeom>
            <a:avLst/>
            <a:gdLst/>
            <a:ahLst/>
            <a:cxnLst/>
            <a:rect l="0" t="0" r="0" b="0"/>
            <a:pathLst>
              <a:path w="2686050" h="4400550">
                <a:moveTo>
                  <a:pt x="2686050" y="4286250"/>
                </a:moveTo>
                <a:cubicBezTo>
                  <a:pt x="2686050" y="4349372"/>
                  <a:pt x="2634872" y="4400550"/>
                  <a:pt x="2571750" y="4400550"/>
                </a:cubicBezTo>
                <a:lnTo>
                  <a:pt x="114300" y="4400550"/>
                </a:lnTo>
                <a:cubicBezTo>
                  <a:pt x="51177" y="4400550"/>
                  <a:pt x="0" y="4349372"/>
                  <a:pt x="0" y="4286250"/>
                </a:cubicBezTo>
                <a:lnTo>
                  <a:pt x="0" y="114300"/>
                </a:lnTo>
                <a:cubicBezTo>
                  <a:pt x="0" y="51177"/>
                  <a:pt x="51177" y="0"/>
                  <a:pt x="114300" y="0"/>
                </a:cubicBezTo>
                <a:lnTo>
                  <a:pt x="2571750" y="0"/>
                </a:lnTo>
                <a:cubicBezTo>
                  <a:pt x="2634872" y="0"/>
                  <a:pt x="2686050" y="51177"/>
                  <a:pt x="2686050" y="114300"/>
                </a:cubicBezTo>
                <a:lnTo>
                  <a:pt x="2686050" y="4286250"/>
                </a:ln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28975" y="371475"/>
            <a:ext cx="2686050" cy="4400550"/>
          </a:xfrm>
          <a:custGeom>
            <a:avLst/>
            <a:gdLst/>
            <a:ahLst/>
            <a:cxnLst/>
            <a:rect l="0" t="0" r="0" b="0"/>
            <a:pathLst>
              <a:path w="2686050" h="4400550">
                <a:moveTo>
                  <a:pt x="0" y="114300"/>
                </a:moveTo>
                <a:cubicBezTo>
                  <a:pt x="0" y="51174"/>
                  <a:pt x="51173" y="0"/>
                  <a:pt x="114300" y="0"/>
                </a:cubicBezTo>
                <a:moveTo>
                  <a:pt x="2571750" y="0"/>
                </a:moveTo>
                <a:lnTo>
                  <a:pt x="114300" y="0"/>
                </a:lnTo>
                <a:moveTo>
                  <a:pt x="2686050" y="114300"/>
                </a:moveTo>
                <a:cubicBezTo>
                  <a:pt x="2686050" y="51174"/>
                  <a:pt x="2634876" y="0"/>
                  <a:pt x="2571750" y="0"/>
                </a:cubicBezTo>
                <a:moveTo>
                  <a:pt x="2686050" y="4286250"/>
                </a:moveTo>
                <a:lnTo>
                  <a:pt x="2686050" y="114300"/>
                </a:lnTo>
                <a:moveTo>
                  <a:pt x="2571750" y="4400550"/>
                </a:moveTo>
                <a:cubicBezTo>
                  <a:pt x="2634876" y="4400550"/>
                  <a:pt x="2686050" y="4349376"/>
                  <a:pt x="2686050" y="4286250"/>
                </a:cubicBezTo>
                <a:moveTo>
                  <a:pt x="2571750" y="4400550"/>
                </a:moveTo>
                <a:lnTo>
                  <a:pt x="114300" y="4400550"/>
                </a:lnTo>
                <a:moveTo>
                  <a:pt x="114300" y="4400550"/>
                </a:moveTo>
                <a:cubicBezTo>
                  <a:pt x="51173" y="4400550"/>
                  <a:pt x="0" y="4349376"/>
                  <a:pt x="0" y="4286250"/>
                </a:cubicBezTo>
                <a:moveTo>
                  <a:pt x="0" y="4286250"/>
                </a:moveTo>
                <a:lnTo>
                  <a:pt x="0" y="114300"/>
                </a:lnTo>
              </a:path>
            </a:pathLst>
          </a:custGeom>
          <a:noFill/>
          <a:ln w="7143">
            <a:solidFill>
              <a:srgbClr val="F3F7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86475" y="371475"/>
            <a:ext cx="2686050" cy="4400550"/>
          </a:xfrm>
          <a:custGeom>
            <a:avLst/>
            <a:gdLst/>
            <a:ahLst/>
            <a:cxnLst/>
            <a:rect l="0" t="0" r="0" b="0"/>
            <a:pathLst>
              <a:path w="2686050" h="4400550">
                <a:moveTo>
                  <a:pt x="2686050" y="4286250"/>
                </a:moveTo>
                <a:cubicBezTo>
                  <a:pt x="2686050" y="4349372"/>
                  <a:pt x="2634872" y="4400550"/>
                  <a:pt x="2571750" y="4400550"/>
                </a:cubicBezTo>
                <a:lnTo>
                  <a:pt x="114300" y="4400550"/>
                </a:lnTo>
                <a:cubicBezTo>
                  <a:pt x="51177" y="4400550"/>
                  <a:pt x="0" y="4349372"/>
                  <a:pt x="0" y="4286250"/>
                </a:cubicBezTo>
                <a:lnTo>
                  <a:pt x="0" y="114300"/>
                </a:lnTo>
                <a:cubicBezTo>
                  <a:pt x="0" y="51177"/>
                  <a:pt x="51177" y="0"/>
                  <a:pt x="114300" y="0"/>
                </a:cubicBezTo>
                <a:lnTo>
                  <a:pt x="2571750" y="0"/>
                </a:lnTo>
                <a:cubicBezTo>
                  <a:pt x="2634872" y="0"/>
                  <a:pt x="2686050" y="51177"/>
                  <a:pt x="2686050" y="114300"/>
                </a:cubicBezTo>
                <a:lnTo>
                  <a:pt x="2686050" y="4286250"/>
                </a:ln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86475" y="371474"/>
            <a:ext cx="2686050" cy="4400550"/>
          </a:xfrm>
          <a:custGeom>
            <a:avLst/>
            <a:gdLst/>
            <a:ahLst/>
            <a:cxnLst/>
            <a:rect l="0" t="0" r="0" b="0"/>
            <a:pathLst>
              <a:path w="2686050" h="4400550">
                <a:moveTo>
                  <a:pt x="0" y="114300"/>
                </a:moveTo>
                <a:cubicBezTo>
                  <a:pt x="0" y="51174"/>
                  <a:pt x="51174" y="0"/>
                  <a:pt x="114300" y="0"/>
                </a:cubicBezTo>
                <a:moveTo>
                  <a:pt x="2571750" y="0"/>
                </a:moveTo>
                <a:lnTo>
                  <a:pt x="114300" y="0"/>
                </a:lnTo>
                <a:moveTo>
                  <a:pt x="2686050" y="114300"/>
                </a:moveTo>
                <a:cubicBezTo>
                  <a:pt x="2686050" y="51174"/>
                  <a:pt x="2634876" y="0"/>
                  <a:pt x="2571750" y="0"/>
                </a:cubicBezTo>
                <a:moveTo>
                  <a:pt x="2686050" y="4286250"/>
                </a:moveTo>
                <a:lnTo>
                  <a:pt x="2686050" y="114300"/>
                </a:lnTo>
                <a:moveTo>
                  <a:pt x="2571750" y="4400550"/>
                </a:moveTo>
                <a:cubicBezTo>
                  <a:pt x="2634876" y="4400550"/>
                  <a:pt x="2686050" y="4349376"/>
                  <a:pt x="2686050" y="4286250"/>
                </a:cubicBezTo>
                <a:moveTo>
                  <a:pt x="2571750" y="4400550"/>
                </a:moveTo>
                <a:lnTo>
                  <a:pt x="114300" y="4400550"/>
                </a:lnTo>
                <a:moveTo>
                  <a:pt x="114300" y="4400550"/>
                </a:moveTo>
                <a:cubicBezTo>
                  <a:pt x="51174" y="4400550"/>
                  <a:pt x="0" y="4349376"/>
                  <a:pt x="0" y="4286250"/>
                </a:cubicBezTo>
                <a:moveTo>
                  <a:pt x="0" y="4286250"/>
                </a:moveTo>
                <a:lnTo>
                  <a:pt x="0" y="114300"/>
                </a:lnTo>
              </a:path>
            </a:pathLst>
          </a:custGeom>
          <a:noFill/>
          <a:ln w="7143">
            <a:solidFill>
              <a:srgbClr val="F3F7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418951" y="557964"/>
            <a:ext cx="457723" cy="465248"/>
          </a:xfrm>
          <a:custGeom>
            <a:avLst/>
            <a:gdLst/>
            <a:ahLst/>
            <a:cxnLst/>
            <a:rect l="0" t="0" r="0" b="0"/>
            <a:pathLst>
              <a:path w="457723" h="465248">
                <a:moveTo>
                  <a:pt x="457723" y="232610"/>
                </a:moveTo>
                <a:cubicBezTo>
                  <a:pt x="457590" y="205320"/>
                  <a:pt x="440836" y="180870"/>
                  <a:pt x="415432" y="170888"/>
                </a:cubicBezTo>
                <a:cubicBezTo>
                  <a:pt x="414280" y="170307"/>
                  <a:pt x="413346" y="169373"/>
                  <a:pt x="412765" y="168221"/>
                </a:cubicBezTo>
                <a:cubicBezTo>
                  <a:pt x="412289" y="167058"/>
                  <a:pt x="412289" y="165763"/>
                  <a:pt x="412765" y="164601"/>
                </a:cubicBezTo>
                <a:cubicBezTo>
                  <a:pt x="422957" y="141065"/>
                  <a:pt x="421366" y="114080"/>
                  <a:pt x="408479" y="91906"/>
                </a:cubicBezTo>
                <a:cubicBezTo>
                  <a:pt x="395582" y="69732"/>
                  <a:pt x="372922" y="54997"/>
                  <a:pt x="347424" y="52206"/>
                </a:cubicBezTo>
                <a:cubicBezTo>
                  <a:pt x="345233" y="51720"/>
                  <a:pt x="343614" y="49863"/>
                  <a:pt x="343423" y="47634"/>
                </a:cubicBezTo>
                <a:cubicBezTo>
                  <a:pt x="341699" y="25888"/>
                  <a:pt x="325412" y="8096"/>
                  <a:pt x="303904" y="4448"/>
                </a:cubicBezTo>
                <a:cubicBezTo>
                  <a:pt x="282397" y="800"/>
                  <a:pt x="261156" y="12239"/>
                  <a:pt x="252364" y="32204"/>
                </a:cubicBezTo>
                <a:cubicBezTo>
                  <a:pt x="251555" y="34451"/>
                  <a:pt x="249097" y="35633"/>
                  <a:pt x="246840" y="34871"/>
                </a:cubicBezTo>
                <a:cubicBezTo>
                  <a:pt x="235353" y="31823"/>
                  <a:pt x="223275" y="31823"/>
                  <a:pt x="211788" y="34871"/>
                </a:cubicBezTo>
                <a:cubicBezTo>
                  <a:pt x="209530" y="35633"/>
                  <a:pt x="207073" y="34451"/>
                  <a:pt x="206263" y="32204"/>
                </a:cubicBezTo>
                <a:cubicBezTo>
                  <a:pt x="197700" y="11820"/>
                  <a:pt x="176231" y="0"/>
                  <a:pt x="154428" y="3686"/>
                </a:cubicBezTo>
                <a:cubicBezTo>
                  <a:pt x="132626" y="7362"/>
                  <a:pt x="116224" y="25565"/>
                  <a:pt x="114823" y="47634"/>
                </a:cubicBezTo>
                <a:cubicBezTo>
                  <a:pt x="114585" y="49987"/>
                  <a:pt x="112776" y="51873"/>
                  <a:pt x="110442" y="52206"/>
                </a:cubicBezTo>
                <a:cubicBezTo>
                  <a:pt x="84943" y="54997"/>
                  <a:pt x="62283" y="69732"/>
                  <a:pt x="49387" y="91906"/>
                </a:cubicBezTo>
                <a:cubicBezTo>
                  <a:pt x="36499" y="114080"/>
                  <a:pt x="34909" y="141065"/>
                  <a:pt x="45100" y="164601"/>
                </a:cubicBezTo>
                <a:cubicBezTo>
                  <a:pt x="45577" y="165763"/>
                  <a:pt x="45577" y="167058"/>
                  <a:pt x="45100" y="168221"/>
                </a:cubicBezTo>
                <a:cubicBezTo>
                  <a:pt x="44519" y="169373"/>
                  <a:pt x="43586" y="170307"/>
                  <a:pt x="42433" y="170888"/>
                </a:cubicBezTo>
                <a:cubicBezTo>
                  <a:pt x="16868" y="180689"/>
                  <a:pt x="0" y="205235"/>
                  <a:pt x="0" y="232610"/>
                </a:cubicBezTo>
                <a:cubicBezTo>
                  <a:pt x="0" y="259984"/>
                  <a:pt x="16868" y="284530"/>
                  <a:pt x="42433" y="294332"/>
                </a:cubicBezTo>
                <a:cubicBezTo>
                  <a:pt x="43586" y="294913"/>
                  <a:pt x="44519" y="295846"/>
                  <a:pt x="45100" y="296999"/>
                </a:cubicBezTo>
                <a:cubicBezTo>
                  <a:pt x="45577" y="298161"/>
                  <a:pt x="45577" y="299456"/>
                  <a:pt x="45100" y="300618"/>
                </a:cubicBezTo>
                <a:cubicBezTo>
                  <a:pt x="34909" y="324154"/>
                  <a:pt x="36499" y="351139"/>
                  <a:pt x="49387" y="373313"/>
                </a:cubicBezTo>
                <a:cubicBezTo>
                  <a:pt x="62283" y="395487"/>
                  <a:pt x="84943" y="410222"/>
                  <a:pt x="110442" y="413013"/>
                </a:cubicBezTo>
                <a:cubicBezTo>
                  <a:pt x="112776" y="413346"/>
                  <a:pt x="114585" y="415232"/>
                  <a:pt x="114823" y="417585"/>
                </a:cubicBezTo>
                <a:cubicBezTo>
                  <a:pt x="116547" y="437683"/>
                  <a:pt x="130730" y="454513"/>
                  <a:pt x="150247" y="459609"/>
                </a:cubicBezTo>
                <a:cubicBezTo>
                  <a:pt x="169764" y="464696"/>
                  <a:pt x="190376" y="456942"/>
                  <a:pt x="201691" y="440255"/>
                </a:cubicBezTo>
                <a:cubicBezTo>
                  <a:pt x="202939" y="438502"/>
                  <a:pt x="205197" y="437797"/>
                  <a:pt x="207216" y="438540"/>
                </a:cubicBezTo>
                <a:cubicBezTo>
                  <a:pt x="221303" y="443303"/>
                  <a:pt x="236562" y="443303"/>
                  <a:pt x="250650" y="438540"/>
                </a:cubicBezTo>
                <a:cubicBezTo>
                  <a:pt x="252669" y="437797"/>
                  <a:pt x="254927" y="438502"/>
                  <a:pt x="256174" y="440255"/>
                </a:cubicBezTo>
                <a:cubicBezTo>
                  <a:pt x="267395" y="457266"/>
                  <a:pt x="288188" y="465248"/>
                  <a:pt x="307905" y="460124"/>
                </a:cubicBezTo>
                <a:cubicBezTo>
                  <a:pt x="327631" y="455009"/>
                  <a:pt x="341899" y="437902"/>
                  <a:pt x="343423" y="417585"/>
                </a:cubicBezTo>
                <a:cubicBezTo>
                  <a:pt x="343595" y="415204"/>
                  <a:pt x="345433" y="413280"/>
                  <a:pt x="347805" y="413013"/>
                </a:cubicBezTo>
                <a:cubicBezTo>
                  <a:pt x="373303" y="410222"/>
                  <a:pt x="395963" y="395487"/>
                  <a:pt x="408860" y="373313"/>
                </a:cubicBezTo>
                <a:cubicBezTo>
                  <a:pt x="421747" y="351139"/>
                  <a:pt x="423338" y="324154"/>
                  <a:pt x="413146" y="300618"/>
                </a:cubicBezTo>
                <a:cubicBezTo>
                  <a:pt x="412670" y="299456"/>
                  <a:pt x="412670" y="298161"/>
                  <a:pt x="413146" y="296999"/>
                </a:cubicBezTo>
                <a:cubicBezTo>
                  <a:pt x="413727" y="295846"/>
                  <a:pt x="414661" y="294913"/>
                  <a:pt x="415813" y="294332"/>
                </a:cubicBezTo>
                <a:cubicBezTo>
                  <a:pt x="441064" y="284235"/>
                  <a:pt x="457647" y="259803"/>
                  <a:pt x="457723" y="232610"/>
                </a:cubicBezTo>
                <a:moveTo>
                  <a:pt x="343423" y="327860"/>
                </a:moveTo>
                <a:lnTo>
                  <a:pt x="286273" y="327860"/>
                </a:lnTo>
                <a:cubicBezTo>
                  <a:pt x="279234" y="341861"/>
                  <a:pt x="263042" y="348653"/>
                  <a:pt x="248116" y="343862"/>
                </a:cubicBezTo>
                <a:cubicBezTo>
                  <a:pt x="233191" y="339061"/>
                  <a:pt x="223989" y="324116"/>
                  <a:pt x="226418" y="308629"/>
                </a:cubicBezTo>
                <a:cubicBezTo>
                  <a:pt x="228857" y="293141"/>
                  <a:pt x="242211" y="281739"/>
                  <a:pt x="257889" y="281759"/>
                </a:cubicBezTo>
                <a:cubicBezTo>
                  <a:pt x="269900" y="281778"/>
                  <a:pt x="280882" y="288550"/>
                  <a:pt x="286273" y="299285"/>
                </a:cubicBezTo>
                <a:lnTo>
                  <a:pt x="343423" y="299285"/>
                </a:lnTo>
                <a:cubicBezTo>
                  <a:pt x="351310" y="299285"/>
                  <a:pt x="357711" y="305685"/>
                  <a:pt x="357711" y="313572"/>
                </a:cubicBezTo>
                <a:cubicBezTo>
                  <a:pt x="357711" y="321459"/>
                  <a:pt x="351310" y="327860"/>
                  <a:pt x="343423" y="327860"/>
                </a:cubicBezTo>
                <a:moveTo>
                  <a:pt x="195786" y="175460"/>
                </a:moveTo>
                <a:cubicBezTo>
                  <a:pt x="184727" y="175460"/>
                  <a:pt x="174469" y="169678"/>
                  <a:pt x="168735" y="160220"/>
                </a:cubicBezTo>
                <a:cubicBezTo>
                  <a:pt x="167840" y="158867"/>
                  <a:pt x="166354" y="158019"/>
                  <a:pt x="164734" y="157934"/>
                </a:cubicBezTo>
                <a:lnTo>
                  <a:pt x="110061" y="157934"/>
                </a:lnTo>
                <a:cubicBezTo>
                  <a:pt x="102174" y="157934"/>
                  <a:pt x="95773" y="151533"/>
                  <a:pt x="95773" y="143646"/>
                </a:cubicBezTo>
                <a:cubicBezTo>
                  <a:pt x="95773" y="135759"/>
                  <a:pt x="102174" y="129359"/>
                  <a:pt x="110061" y="129359"/>
                </a:cubicBezTo>
                <a:lnTo>
                  <a:pt x="164734" y="129359"/>
                </a:lnTo>
                <a:cubicBezTo>
                  <a:pt x="166325" y="129339"/>
                  <a:pt x="167820" y="128568"/>
                  <a:pt x="168735" y="127263"/>
                </a:cubicBezTo>
                <a:cubicBezTo>
                  <a:pt x="176660" y="114061"/>
                  <a:pt x="192909" y="108442"/>
                  <a:pt x="207302" y="113909"/>
                </a:cubicBezTo>
                <a:cubicBezTo>
                  <a:pt x="221694" y="119376"/>
                  <a:pt x="230104" y="134359"/>
                  <a:pt x="227276" y="149494"/>
                </a:cubicBezTo>
                <a:cubicBezTo>
                  <a:pt x="224447" y="164630"/>
                  <a:pt x="211178" y="175564"/>
                  <a:pt x="195786" y="175460"/>
                </a:cubicBezTo>
                <a:moveTo>
                  <a:pt x="171973" y="337385"/>
                </a:moveTo>
                <a:cubicBezTo>
                  <a:pt x="171973" y="345271"/>
                  <a:pt x="165573" y="351672"/>
                  <a:pt x="157686" y="351672"/>
                </a:cubicBezTo>
                <a:cubicBezTo>
                  <a:pt x="149799" y="351672"/>
                  <a:pt x="143398" y="345271"/>
                  <a:pt x="143398" y="337385"/>
                </a:cubicBezTo>
                <a:lnTo>
                  <a:pt x="143398" y="287474"/>
                </a:lnTo>
                <a:cubicBezTo>
                  <a:pt x="143313" y="285854"/>
                  <a:pt x="142465" y="284368"/>
                  <a:pt x="141112" y="283473"/>
                </a:cubicBezTo>
                <a:cubicBezTo>
                  <a:pt x="128949" y="276044"/>
                  <a:pt x="123205" y="261432"/>
                  <a:pt x="127063" y="247707"/>
                </a:cubicBezTo>
                <a:cubicBezTo>
                  <a:pt x="130921" y="233991"/>
                  <a:pt x="143427" y="224504"/>
                  <a:pt x="157686" y="224504"/>
                </a:cubicBezTo>
                <a:cubicBezTo>
                  <a:pt x="171945" y="224504"/>
                  <a:pt x="184451" y="233991"/>
                  <a:pt x="188309" y="247707"/>
                </a:cubicBezTo>
                <a:cubicBezTo>
                  <a:pt x="192166" y="261432"/>
                  <a:pt x="186423" y="276044"/>
                  <a:pt x="174259" y="283473"/>
                </a:cubicBezTo>
                <a:cubicBezTo>
                  <a:pt x="172907" y="284368"/>
                  <a:pt x="172059" y="285854"/>
                  <a:pt x="171973" y="287474"/>
                </a:cubicBezTo>
                <a:lnTo>
                  <a:pt x="171973" y="337385"/>
                </a:lnTo>
                <a:moveTo>
                  <a:pt x="332374" y="142122"/>
                </a:moveTo>
                <a:cubicBezTo>
                  <a:pt x="332374" y="153181"/>
                  <a:pt x="326593" y="163439"/>
                  <a:pt x="317134" y="169173"/>
                </a:cubicBezTo>
                <a:cubicBezTo>
                  <a:pt x="315782" y="170068"/>
                  <a:pt x="314934" y="171554"/>
                  <a:pt x="314848" y="173174"/>
                </a:cubicBezTo>
                <a:lnTo>
                  <a:pt x="314848" y="232610"/>
                </a:lnTo>
                <a:cubicBezTo>
                  <a:pt x="314848" y="240496"/>
                  <a:pt x="308448" y="246897"/>
                  <a:pt x="300561" y="246897"/>
                </a:cubicBezTo>
                <a:cubicBezTo>
                  <a:pt x="292674" y="246897"/>
                  <a:pt x="286273" y="240496"/>
                  <a:pt x="286273" y="232610"/>
                </a:cubicBezTo>
                <a:lnTo>
                  <a:pt x="286273" y="173174"/>
                </a:lnTo>
                <a:cubicBezTo>
                  <a:pt x="286188" y="171554"/>
                  <a:pt x="285340" y="170068"/>
                  <a:pt x="283987" y="169173"/>
                </a:cubicBezTo>
                <a:cubicBezTo>
                  <a:pt x="270881" y="161172"/>
                  <a:pt x="265356" y="144951"/>
                  <a:pt x="270862" y="130616"/>
                </a:cubicBezTo>
                <a:cubicBezTo>
                  <a:pt x="276358" y="116281"/>
                  <a:pt x="291312" y="107927"/>
                  <a:pt x="306409" y="110747"/>
                </a:cubicBezTo>
                <a:cubicBezTo>
                  <a:pt x="321497" y="113566"/>
                  <a:pt x="332422" y="126768"/>
                  <a:pt x="332374" y="142122"/>
                </a:cubicBezTo>
              </a:path>
            </a:pathLst>
          </a:custGeom>
          <a:solidFill>
            <a:srgbClr val="2240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68593" y="557955"/>
            <a:ext cx="465591" cy="459104"/>
          </a:xfrm>
          <a:custGeom>
            <a:avLst/>
            <a:gdLst/>
            <a:ahLst/>
            <a:cxnLst/>
            <a:rect l="0" t="0" r="0" b="0"/>
            <a:pathLst>
              <a:path w="465591" h="459104">
                <a:moveTo>
                  <a:pt x="130054" y="22021"/>
                </a:moveTo>
                <a:lnTo>
                  <a:pt x="138055" y="46024"/>
                </a:lnTo>
                <a:cubicBezTo>
                  <a:pt x="140055" y="54025"/>
                  <a:pt x="150056" y="60045"/>
                  <a:pt x="158057" y="58026"/>
                </a:cubicBezTo>
                <a:lnTo>
                  <a:pt x="182060" y="52025"/>
                </a:lnTo>
                <a:cubicBezTo>
                  <a:pt x="204082" y="48025"/>
                  <a:pt x="218084" y="72028"/>
                  <a:pt x="204082" y="88049"/>
                </a:cubicBezTo>
                <a:lnTo>
                  <a:pt x="186080" y="106051"/>
                </a:lnTo>
                <a:cubicBezTo>
                  <a:pt x="180070" y="112156"/>
                  <a:pt x="180070" y="121967"/>
                  <a:pt x="186080" y="128073"/>
                </a:cubicBezTo>
                <a:lnTo>
                  <a:pt x="204082" y="146075"/>
                </a:lnTo>
                <a:cubicBezTo>
                  <a:pt x="218103" y="162077"/>
                  <a:pt x="204082" y="188099"/>
                  <a:pt x="182079" y="182079"/>
                </a:cubicBezTo>
                <a:lnTo>
                  <a:pt x="158076" y="180098"/>
                </a:lnTo>
                <a:cubicBezTo>
                  <a:pt x="150075" y="178098"/>
                  <a:pt x="140055" y="182098"/>
                  <a:pt x="138074" y="192100"/>
                </a:cubicBezTo>
                <a:lnTo>
                  <a:pt x="130054" y="216103"/>
                </a:lnTo>
                <a:cubicBezTo>
                  <a:pt x="127701" y="225799"/>
                  <a:pt x="119024" y="232629"/>
                  <a:pt x="109042" y="232629"/>
                </a:cubicBezTo>
                <a:cubicBezTo>
                  <a:pt x="99059" y="232629"/>
                  <a:pt x="90382" y="225799"/>
                  <a:pt x="88030" y="216103"/>
                </a:cubicBezTo>
                <a:lnTo>
                  <a:pt x="80029" y="192100"/>
                </a:lnTo>
                <a:cubicBezTo>
                  <a:pt x="78028" y="184099"/>
                  <a:pt x="68027" y="178098"/>
                  <a:pt x="60026" y="180098"/>
                </a:cubicBezTo>
                <a:lnTo>
                  <a:pt x="36023" y="186099"/>
                </a:lnTo>
                <a:cubicBezTo>
                  <a:pt x="13982" y="190099"/>
                  <a:pt x="0" y="166096"/>
                  <a:pt x="13982" y="150094"/>
                </a:cubicBezTo>
                <a:lnTo>
                  <a:pt x="31984" y="132073"/>
                </a:lnTo>
                <a:cubicBezTo>
                  <a:pt x="37985" y="125968"/>
                  <a:pt x="37985" y="116176"/>
                  <a:pt x="31984" y="110070"/>
                </a:cubicBezTo>
                <a:lnTo>
                  <a:pt x="16001" y="88030"/>
                </a:lnTo>
                <a:cubicBezTo>
                  <a:pt x="2000" y="72028"/>
                  <a:pt x="16001" y="46005"/>
                  <a:pt x="38004" y="52025"/>
                </a:cubicBezTo>
                <a:lnTo>
                  <a:pt x="62007" y="58026"/>
                </a:lnTo>
                <a:cubicBezTo>
                  <a:pt x="70008" y="60026"/>
                  <a:pt x="80029" y="56026"/>
                  <a:pt x="82029" y="46024"/>
                </a:cubicBezTo>
                <a:lnTo>
                  <a:pt x="90030" y="22002"/>
                </a:lnTo>
                <a:cubicBezTo>
                  <a:pt x="94030" y="0"/>
                  <a:pt x="124053" y="0"/>
                  <a:pt x="130035" y="22002"/>
                </a:cubicBezTo>
                <a:moveTo>
                  <a:pt x="139045" y="119062"/>
                </a:moveTo>
                <a:cubicBezTo>
                  <a:pt x="138474" y="102908"/>
                  <a:pt x="125206" y="90106"/>
                  <a:pt x="109042" y="90106"/>
                </a:cubicBezTo>
                <a:cubicBezTo>
                  <a:pt x="92878" y="90106"/>
                  <a:pt x="79609" y="102908"/>
                  <a:pt x="79038" y="119062"/>
                </a:cubicBezTo>
                <a:cubicBezTo>
                  <a:pt x="78762" y="129968"/>
                  <a:pt x="84420" y="140160"/>
                  <a:pt x="93821" y="145694"/>
                </a:cubicBezTo>
                <a:cubicBezTo>
                  <a:pt x="103222" y="151228"/>
                  <a:pt x="114881" y="151228"/>
                  <a:pt x="124282" y="145694"/>
                </a:cubicBezTo>
                <a:cubicBezTo>
                  <a:pt x="133683" y="140160"/>
                  <a:pt x="139341" y="129968"/>
                  <a:pt x="139065" y="119062"/>
                </a:cubicBezTo>
                <a:moveTo>
                  <a:pt x="8381" y="209664"/>
                </a:moveTo>
                <a:lnTo>
                  <a:pt x="8381" y="327736"/>
                </a:lnTo>
                <a:cubicBezTo>
                  <a:pt x="8381" y="358863"/>
                  <a:pt x="33566" y="384133"/>
                  <a:pt x="64693" y="384238"/>
                </a:cubicBezTo>
                <a:lnTo>
                  <a:pt x="175374" y="384238"/>
                </a:lnTo>
                <a:lnTo>
                  <a:pt x="166211" y="421004"/>
                </a:lnTo>
                <a:lnTo>
                  <a:pt x="125215" y="421004"/>
                </a:lnTo>
                <a:cubicBezTo>
                  <a:pt x="114690" y="421004"/>
                  <a:pt x="106165" y="429529"/>
                  <a:pt x="106165" y="440054"/>
                </a:cubicBezTo>
                <a:cubicBezTo>
                  <a:pt x="106165" y="450580"/>
                  <a:pt x="114690" y="459104"/>
                  <a:pt x="125215" y="459104"/>
                </a:cubicBezTo>
                <a:lnTo>
                  <a:pt x="348729" y="459104"/>
                </a:lnTo>
                <a:cubicBezTo>
                  <a:pt x="359254" y="459104"/>
                  <a:pt x="367779" y="450580"/>
                  <a:pt x="367779" y="440054"/>
                </a:cubicBezTo>
                <a:cubicBezTo>
                  <a:pt x="367779" y="429529"/>
                  <a:pt x="359254" y="421004"/>
                  <a:pt x="348729" y="421004"/>
                </a:cubicBezTo>
                <a:lnTo>
                  <a:pt x="307752" y="421004"/>
                </a:lnTo>
                <a:lnTo>
                  <a:pt x="298608" y="384238"/>
                </a:lnTo>
                <a:lnTo>
                  <a:pt x="409289" y="384238"/>
                </a:lnTo>
                <a:cubicBezTo>
                  <a:pt x="440416" y="384124"/>
                  <a:pt x="465591" y="358844"/>
                  <a:pt x="465581" y="327717"/>
                </a:cubicBezTo>
                <a:lnTo>
                  <a:pt x="465581" y="103098"/>
                </a:lnTo>
                <a:cubicBezTo>
                  <a:pt x="465572" y="71970"/>
                  <a:pt x="440397" y="46720"/>
                  <a:pt x="409270" y="46615"/>
                </a:cubicBezTo>
                <a:lnTo>
                  <a:pt x="230314" y="46615"/>
                </a:lnTo>
                <a:cubicBezTo>
                  <a:pt x="237629" y="57569"/>
                  <a:pt x="240715" y="71170"/>
                  <a:pt x="237439" y="84715"/>
                </a:cubicBezTo>
                <a:lnTo>
                  <a:pt x="409289" y="84715"/>
                </a:lnTo>
                <a:cubicBezTo>
                  <a:pt x="419176" y="84715"/>
                  <a:pt x="427501" y="92944"/>
                  <a:pt x="427501" y="103098"/>
                </a:cubicBezTo>
                <a:lnTo>
                  <a:pt x="427501" y="327736"/>
                </a:lnTo>
                <a:cubicBezTo>
                  <a:pt x="427501" y="337823"/>
                  <a:pt x="419376" y="346033"/>
                  <a:pt x="409289" y="346138"/>
                </a:cubicBezTo>
                <a:lnTo>
                  <a:pt x="64693" y="346138"/>
                </a:lnTo>
                <a:cubicBezTo>
                  <a:pt x="54597" y="346033"/>
                  <a:pt x="46472" y="337813"/>
                  <a:pt x="46481" y="327717"/>
                </a:cubicBezTo>
                <a:lnTo>
                  <a:pt x="46481" y="212921"/>
                </a:lnTo>
                <a:lnTo>
                  <a:pt x="42938" y="213798"/>
                </a:lnTo>
                <a:cubicBezTo>
                  <a:pt x="31289" y="216427"/>
                  <a:pt x="19088" y="214969"/>
                  <a:pt x="8381" y="209664"/>
                </a:cubicBezTo>
                <a:moveTo>
                  <a:pt x="259346" y="384238"/>
                </a:moveTo>
                <a:lnTo>
                  <a:pt x="268490" y="421004"/>
                </a:lnTo>
                <a:lnTo>
                  <a:pt x="205473" y="421004"/>
                </a:lnTo>
                <a:lnTo>
                  <a:pt x="214617" y="384238"/>
                </a:lnTo>
                <a:lnTo>
                  <a:pt x="259346" y="384238"/>
                </a:lnTo>
                <a:moveTo>
                  <a:pt x="326097" y="241134"/>
                </a:moveTo>
                <a:lnTo>
                  <a:pt x="287997" y="317334"/>
                </a:lnTo>
                <a:cubicBezTo>
                  <a:pt x="283292" y="326755"/>
                  <a:pt x="271853" y="330574"/>
                  <a:pt x="262432" y="325869"/>
                </a:cubicBezTo>
                <a:cubicBezTo>
                  <a:pt x="253012" y="321173"/>
                  <a:pt x="249193" y="309724"/>
                  <a:pt x="253898" y="300304"/>
                </a:cubicBezTo>
                <a:lnTo>
                  <a:pt x="291998" y="224104"/>
                </a:lnTo>
                <a:cubicBezTo>
                  <a:pt x="296703" y="214683"/>
                  <a:pt x="308143" y="210864"/>
                  <a:pt x="317563" y="215569"/>
                </a:cubicBezTo>
                <a:cubicBezTo>
                  <a:pt x="326983" y="220265"/>
                  <a:pt x="330803" y="231714"/>
                  <a:pt x="326097" y="241134"/>
                </a:cubicBezTo>
                <a:moveTo>
                  <a:pt x="236791" y="238201"/>
                </a:moveTo>
                <a:cubicBezTo>
                  <a:pt x="244230" y="245640"/>
                  <a:pt x="244230" y="257698"/>
                  <a:pt x="236791" y="265137"/>
                </a:cubicBezTo>
                <a:lnTo>
                  <a:pt x="221684" y="280244"/>
                </a:lnTo>
                <a:lnTo>
                  <a:pt x="236791" y="295351"/>
                </a:lnTo>
                <a:cubicBezTo>
                  <a:pt x="241744" y="300132"/>
                  <a:pt x="243725" y="307219"/>
                  <a:pt x="241982" y="313877"/>
                </a:cubicBezTo>
                <a:cubicBezTo>
                  <a:pt x="240239" y="320535"/>
                  <a:pt x="235038" y="325735"/>
                  <a:pt x="228380" y="327479"/>
                </a:cubicBezTo>
                <a:cubicBezTo>
                  <a:pt x="221722" y="329222"/>
                  <a:pt x="214636" y="327240"/>
                  <a:pt x="209854" y="322287"/>
                </a:cubicBezTo>
                <a:lnTo>
                  <a:pt x="181279" y="293712"/>
                </a:lnTo>
                <a:cubicBezTo>
                  <a:pt x="173840" y="286273"/>
                  <a:pt x="173840" y="274215"/>
                  <a:pt x="181279" y="266776"/>
                </a:cubicBezTo>
                <a:lnTo>
                  <a:pt x="209854" y="238201"/>
                </a:lnTo>
                <a:cubicBezTo>
                  <a:pt x="217293" y="230762"/>
                  <a:pt x="229352" y="230762"/>
                  <a:pt x="236791" y="238201"/>
                </a:cubicBezTo>
                <a:moveTo>
                  <a:pt x="348919" y="238201"/>
                </a:moveTo>
                <a:cubicBezTo>
                  <a:pt x="352491" y="234619"/>
                  <a:pt x="357339" y="232610"/>
                  <a:pt x="362397" y="232610"/>
                </a:cubicBezTo>
                <a:cubicBezTo>
                  <a:pt x="367455" y="232610"/>
                  <a:pt x="372303" y="234619"/>
                  <a:pt x="375875" y="238201"/>
                </a:cubicBezTo>
                <a:lnTo>
                  <a:pt x="404450" y="266776"/>
                </a:lnTo>
                <a:cubicBezTo>
                  <a:pt x="411889" y="274215"/>
                  <a:pt x="411889" y="286273"/>
                  <a:pt x="404450" y="293712"/>
                </a:cubicBezTo>
                <a:lnTo>
                  <a:pt x="375875" y="322287"/>
                </a:lnTo>
                <a:cubicBezTo>
                  <a:pt x="368436" y="329726"/>
                  <a:pt x="356368" y="329736"/>
                  <a:pt x="348929" y="322297"/>
                </a:cubicBezTo>
                <a:cubicBezTo>
                  <a:pt x="341490" y="314858"/>
                  <a:pt x="341480" y="302790"/>
                  <a:pt x="348919" y="295351"/>
                </a:cubicBezTo>
                <a:lnTo>
                  <a:pt x="364026" y="280244"/>
                </a:lnTo>
                <a:lnTo>
                  <a:pt x="348919" y="265137"/>
                </a:lnTo>
                <a:cubicBezTo>
                  <a:pt x="341480" y="257698"/>
                  <a:pt x="341480" y="245640"/>
                  <a:pt x="348919" y="238201"/>
                </a:cubicBezTo>
              </a:path>
            </a:pathLst>
          </a:custGeom>
          <a:solidFill>
            <a:srgbClr val="2240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11" name="Group 10"/>
          <p:cNvGrpSpPr/>
          <p:nvPr/>
        </p:nvGrpSpPr>
        <p:grpSpPr>
          <a:xfrm>
            <a:off x="390525" y="371475"/>
            <a:ext cx="1908867" cy="1200150"/>
            <a:chOff x="390525" y="371475"/>
            <a:chExt cx="1908867" cy="1200150"/>
          </a:xfrm>
        </p:grpSpPr>
        <p:sp>
          <p:nvSpPr>
            <p:cNvPr id="8" name="TextBox 7"/>
            <p:cNvSpPr txBox="1"/>
            <p:nvPr/>
          </p:nvSpPr>
          <p:spPr>
            <a:xfrm>
              <a:off x="390525" y="371475"/>
              <a:ext cx="2195197" cy="400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3100" b="1">
                  <a:solidFill>
                    <a:srgbClr val="22403B"/>
                  </a:solidFill>
                  <a:latin typeface="Roboto Slab"/>
                </a:rPr>
                <a:t>What is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390525" y="771525"/>
              <a:ext cx="2195197" cy="400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3100" b="1">
                  <a:solidFill>
                    <a:srgbClr val="22403B"/>
                  </a:solidFill>
                  <a:latin typeface="Roboto Slab"/>
                </a:rPr>
                <a:t>Machine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90525" y="1171575"/>
              <a:ext cx="2195197" cy="400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3100" b="1">
                  <a:solidFill>
                    <a:srgbClr val="22403B"/>
                  </a:solidFill>
                  <a:latin typeface="Roboto Slab"/>
                </a:rPr>
                <a:t>Learning?</a:t>
              </a:r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3438525" y="1190625"/>
            <a:ext cx="622052" cy="14287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00" b="1">
                <a:solidFill>
                  <a:srgbClr val="22403B"/>
                </a:solidFill>
                <a:latin typeface="Roboto Slab"/>
              </a:rPr>
              <a:t>Definition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96025" y="1190625"/>
            <a:ext cx="1223478" cy="14287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00" b="1">
                <a:solidFill>
                  <a:srgbClr val="22403B"/>
                </a:solidFill>
                <a:latin typeface="Roboto Slab"/>
              </a:rPr>
              <a:t>Development Focus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6296025" y="1419226"/>
            <a:ext cx="2265606" cy="457008"/>
            <a:chOff x="6296025" y="1419226"/>
            <a:chExt cx="2265606" cy="457008"/>
          </a:xfrm>
        </p:grpSpPr>
        <p:sp>
          <p:nvSpPr>
            <p:cNvPr id="14" name="TextBox 13"/>
            <p:cNvSpPr txBox="1"/>
            <p:nvPr/>
          </p:nvSpPr>
          <p:spPr>
            <a:xfrm>
              <a:off x="6296025" y="1419226"/>
              <a:ext cx="2605446" cy="152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1">
                  <a:solidFill>
                    <a:srgbClr val="22403B"/>
                  </a:solidFill>
                  <a:latin typeface="Roboto"/>
                </a:rPr>
                <a:t>It focuses on the development of computer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296025" y="1571530"/>
              <a:ext cx="2605446" cy="152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1">
                  <a:solidFill>
                    <a:srgbClr val="22403B"/>
                  </a:solidFill>
                  <a:latin typeface="Roboto"/>
                </a:rPr>
                <a:t>programs that can access data and use it to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6296025" y="1723835"/>
              <a:ext cx="2605446" cy="152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1">
                  <a:solidFill>
                    <a:srgbClr val="22403B"/>
                  </a:solidFill>
                  <a:latin typeface="Roboto"/>
                </a:rPr>
                <a:t>learn for themselves.</a:t>
              </a:r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3438525" y="1419227"/>
            <a:ext cx="2032920" cy="761666"/>
            <a:chOff x="3438525" y="1419227"/>
            <a:chExt cx="2032920" cy="761666"/>
          </a:xfrm>
        </p:grpSpPr>
        <p:sp>
          <p:nvSpPr>
            <p:cNvPr id="18" name="TextBox 17"/>
            <p:cNvSpPr txBox="1"/>
            <p:nvPr/>
          </p:nvSpPr>
          <p:spPr>
            <a:xfrm>
              <a:off x="3438525" y="1419227"/>
              <a:ext cx="2337858" cy="152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1">
                  <a:solidFill>
                    <a:srgbClr val="22403B"/>
                  </a:solidFill>
                  <a:latin typeface="Roboto"/>
                </a:rPr>
                <a:t>Machine Learning is a subset of AI that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3438525" y="1571532"/>
              <a:ext cx="2337858" cy="152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1">
                  <a:solidFill>
                    <a:srgbClr val="22403B"/>
                  </a:solidFill>
                  <a:latin typeface="Roboto"/>
                </a:rPr>
                <a:t>provides systems the ability to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3438525" y="1723837"/>
              <a:ext cx="2337858" cy="152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1">
                  <a:solidFill>
                    <a:srgbClr val="22403B"/>
                  </a:solidFill>
                  <a:latin typeface="Roboto"/>
                </a:rPr>
                <a:t>automatically learn and improve from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3438525" y="1876142"/>
              <a:ext cx="2337858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1">
                  <a:solidFill>
                    <a:srgbClr val="22403B"/>
                  </a:solidFill>
                  <a:latin typeface="Roboto"/>
                </a:rPr>
                <a:t>experience without being explicitly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438525" y="2028542"/>
              <a:ext cx="2337858" cy="1523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1">
                  <a:solidFill>
                    <a:srgbClr val="22403B"/>
                  </a:solidFill>
                  <a:latin typeface="Roboto"/>
                </a:rPr>
                <a:t>programmed.</a:t>
              </a:r>
            </a:p>
          </p:txBody>
        </p:sp>
      </p:grpSp>
      <p:sp>
        <p:nvSpPr>
          <p:cNvPr id="24" name="Rounded Rectangle 23"/>
          <p:cNvSpPr/>
          <p:nvPr/>
        </p:nvSpPr>
        <p:spPr>
          <a:xfrm>
            <a:off x="228600" y="4829136"/>
            <a:ext cx="1025290" cy="114677"/>
          </a:xfrm>
          <a:custGeom>
            <a:avLst/>
            <a:gdLst/>
            <a:ahLst/>
            <a:cxnLst/>
            <a:rect l="0" t="0" r="0" b="0"/>
            <a:pathLst>
              <a:path w="1025290" h="114677">
                <a:moveTo>
                  <a:pt x="583720" y="112024"/>
                </a:moveTo>
                <a:cubicBezTo>
                  <a:pt x="584031" y="113167"/>
                  <a:pt x="584928" y="114062"/>
                  <a:pt x="586072" y="114370"/>
                </a:cubicBezTo>
                <a:cubicBezTo>
                  <a:pt x="587216" y="114677"/>
                  <a:pt x="588441" y="114353"/>
                  <a:pt x="589283" y="113519"/>
                </a:cubicBezTo>
                <a:lnTo>
                  <a:pt x="638841" y="64551"/>
                </a:lnTo>
                <a:lnTo>
                  <a:pt x="579948" y="98108"/>
                </a:lnTo>
                <a:close/>
                <a:moveTo>
                  <a:pt x="562613" y="581"/>
                </a:moveTo>
                <a:cubicBezTo>
                  <a:pt x="561581" y="0"/>
                  <a:pt x="560315" y="9"/>
                  <a:pt x="559293" y="606"/>
                </a:cubicBezTo>
                <a:cubicBezTo>
                  <a:pt x="558270" y="1204"/>
                  <a:pt x="557640" y="2302"/>
                  <a:pt x="557641" y="3486"/>
                </a:cubicBezTo>
                <a:lnTo>
                  <a:pt x="557641" y="33119"/>
                </a:lnTo>
                <a:lnTo>
                  <a:pt x="588845" y="15326"/>
                </a:lnTo>
                <a:close/>
                <a:moveTo>
                  <a:pt x="598122" y="20631"/>
                </a:moveTo>
                <a:lnTo>
                  <a:pt x="557641" y="43692"/>
                </a:lnTo>
                <a:lnTo>
                  <a:pt x="557641" y="66980"/>
                </a:lnTo>
                <a:lnTo>
                  <a:pt x="618515" y="32271"/>
                </a:lnTo>
                <a:close/>
                <a:moveTo>
                  <a:pt x="642966" y="52093"/>
                </a:moveTo>
                <a:cubicBezTo>
                  <a:pt x="644009" y="51501"/>
                  <a:pt x="644656" y="50391"/>
                  <a:pt x="644656" y="49192"/>
                </a:cubicBezTo>
                <a:cubicBezTo>
                  <a:pt x="644656" y="47993"/>
                  <a:pt x="644009" y="46883"/>
                  <a:pt x="642966" y="46292"/>
                </a:cubicBezTo>
                <a:lnTo>
                  <a:pt x="627802" y="37719"/>
                </a:lnTo>
                <a:lnTo>
                  <a:pt x="557650" y="77715"/>
                </a:lnTo>
                <a:lnTo>
                  <a:pt x="557650" y="94688"/>
                </a:lnTo>
                <a:cubicBezTo>
                  <a:pt x="557648" y="95875"/>
                  <a:pt x="558279" y="96977"/>
                  <a:pt x="559304" y="97575"/>
                </a:cubicBezTo>
                <a:cubicBezTo>
                  <a:pt x="560330" y="98173"/>
                  <a:pt x="561600" y="98180"/>
                  <a:pt x="562632" y="97593"/>
                </a:cubicBezTo>
                <a:lnTo>
                  <a:pt x="642975" y="52093"/>
                </a:lnTo>
                <a:close/>
                <a:moveTo>
                  <a:pt x="386162" y="14450"/>
                </a:moveTo>
                <a:cubicBezTo>
                  <a:pt x="386162" y="10325"/>
                  <a:pt x="389543" y="6992"/>
                  <a:pt x="393706" y="6992"/>
                </a:cubicBezTo>
                <a:cubicBezTo>
                  <a:pt x="397868" y="6992"/>
                  <a:pt x="401250" y="10325"/>
                  <a:pt x="401250" y="14450"/>
                </a:cubicBezTo>
                <a:cubicBezTo>
                  <a:pt x="401250" y="18574"/>
                  <a:pt x="397868" y="21908"/>
                  <a:pt x="393706" y="21908"/>
                </a:cubicBezTo>
                <a:cubicBezTo>
                  <a:pt x="389543" y="21908"/>
                  <a:pt x="386162" y="18574"/>
                  <a:pt x="386162" y="14450"/>
                </a:cubicBezTo>
                <a:close/>
                <a:moveTo>
                  <a:pt x="949766" y="14450"/>
                </a:moveTo>
                <a:cubicBezTo>
                  <a:pt x="949766" y="10325"/>
                  <a:pt x="953147" y="6992"/>
                  <a:pt x="957310" y="6992"/>
                </a:cubicBezTo>
                <a:cubicBezTo>
                  <a:pt x="961472" y="6992"/>
                  <a:pt x="964853" y="10325"/>
                  <a:pt x="964853" y="14450"/>
                </a:cubicBezTo>
                <a:cubicBezTo>
                  <a:pt x="964853" y="18574"/>
                  <a:pt x="961472" y="21908"/>
                  <a:pt x="957310" y="21908"/>
                </a:cubicBezTo>
                <a:cubicBezTo>
                  <a:pt x="953147" y="21908"/>
                  <a:pt x="949766" y="18574"/>
                  <a:pt x="949766" y="14450"/>
                </a:cubicBezTo>
                <a:close/>
                <a:moveTo>
                  <a:pt x="131083" y="87183"/>
                </a:moveTo>
                <a:lnTo>
                  <a:pt x="118986" y="87183"/>
                </a:lnTo>
                <a:lnTo>
                  <a:pt x="118986" y="82544"/>
                </a:lnTo>
                <a:cubicBezTo>
                  <a:pt x="116357" y="84459"/>
                  <a:pt x="110756" y="88345"/>
                  <a:pt x="101069" y="88345"/>
                </a:cubicBezTo>
                <a:cubicBezTo>
                  <a:pt x="89620" y="88345"/>
                  <a:pt x="79409" y="80782"/>
                  <a:pt x="80714" y="68552"/>
                </a:cubicBezTo>
                <a:cubicBezTo>
                  <a:pt x="81838" y="58017"/>
                  <a:pt x="91697" y="53464"/>
                  <a:pt x="98317" y="52102"/>
                </a:cubicBezTo>
                <a:lnTo>
                  <a:pt x="118986" y="48816"/>
                </a:lnTo>
                <a:cubicBezTo>
                  <a:pt x="118986" y="43682"/>
                  <a:pt x="116224" y="39710"/>
                  <a:pt x="108851" y="39234"/>
                </a:cubicBezTo>
                <a:cubicBezTo>
                  <a:pt x="101479" y="38758"/>
                  <a:pt x="97326" y="42139"/>
                  <a:pt x="93887" y="48921"/>
                </a:cubicBezTo>
                <a:lnTo>
                  <a:pt x="83181" y="43158"/>
                </a:lnTo>
                <a:cubicBezTo>
                  <a:pt x="94783" y="18098"/>
                  <a:pt x="131083" y="26356"/>
                  <a:pt x="131083" y="47101"/>
                </a:cubicBezTo>
                <a:lnTo>
                  <a:pt x="131083" y="87173"/>
                </a:lnTo>
                <a:close/>
                <a:moveTo>
                  <a:pt x="118986" y="59941"/>
                </a:moveTo>
                <a:lnTo>
                  <a:pt x="101688" y="62770"/>
                </a:lnTo>
                <a:cubicBezTo>
                  <a:pt x="97450" y="63789"/>
                  <a:pt x="92592" y="66037"/>
                  <a:pt x="93059" y="71324"/>
                </a:cubicBezTo>
                <a:cubicBezTo>
                  <a:pt x="93649" y="77934"/>
                  <a:pt x="105594" y="78610"/>
                  <a:pt x="111185" y="75086"/>
                </a:cubicBezTo>
                <a:cubicBezTo>
                  <a:pt x="118395" y="70533"/>
                  <a:pt x="119043" y="63713"/>
                  <a:pt x="118986" y="59941"/>
                </a:cubicBezTo>
                <a:close/>
                <a:moveTo>
                  <a:pt x="811091" y="87183"/>
                </a:moveTo>
                <a:lnTo>
                  <a:pt x="798995" y="87183"/>
                </a:lnTo>
                <a:lnTo>
                  <a:pt x="798995" y="82544"/>
                </a:lnTo>
                <a:cubicBezTo>
                  <a:pt x="796366" y="84459"/>
                  <a:pt x="790765" y="88345"/>
                  <a:pt x="781078" y="88345"/>
                </a:cubicBezTo>
                <a:cubicBezTo>
                  <a:pt x="769629" y="88345"/>
                  <a:pt x="759418" y="80782"/>
                  <a:pt x="760723" y="68552"/>
                </a:cubicBezTo>
                <a:cubicBezTo>
                  <a:pt x="761847" y="58017"/>
                  <a:pt x="771705" y="53464"/>
                  <a:pt x="778325" y="52102"/>
                </a:cubicBezTo>
                <a:lnTo>
                  <a:pt x="798995" y="48816"/>
                </a:lnTo>
                <a:cubicBezTo>
                  <a:pt x="798995" y="43682"/>
                  <a:pt x="796232" y="39710"/>
                  <a:pt x="788860" y="39234"/>
                </a:cubicBezTo>
                <a:cubicBezTo>
                  <a:pt x="781488" y="38758"/>
                  <a:pt x="777335" y="42139"/>
                  <a:pt x="773896" y="48921"/>
                </a:cubicBezTo>
                <a:lnTo>
                  <a:pt x="763190" y="43158"/>
                </a:lnTo>
                <a:cubicBezTo>
                  <a:pt x="774792" y="18098"/>
                  <a:pt x="811091" y="26356"/>
                  <a:pt x="811091" y="47101"/>
                </a:cubicBezTo>
                <a:lnTo>
                  <a:pt x="811091" y="87173"/>
                </a:lnTo>
                <a:close/>
                <a:moveTo>
                  <a:pt x="798995" y="59941"/>
                </a:moveTo>
                <a:lnTo>
                  <a:pt x="798985" y="59941"/>
                </a:lnTo>
                <a:lnTo>
                  <a:pt x="781688" y="62770"/>
                </a:lnTo>
                <a:cubicBezTo>
                  <a:pt x="777449" y="63789"/>
                  <a:pt x="772591" y="66037"/>
                  <a:pt x="773058" y="71324"/>
                </a:cubicBezTo>
                <a:cubicBezTo>
                  <a:pt x="773649" y="77934"/>
                  <a:pt x="785593" y="78610"/>
                  <a:pt x="791184" y="75086"/>
                </a:cubicBezTo>
                <a:cubicBezTo>
                  <a:pt x="798404" y="70533"/>
                  <a:pt x="799052" y="63713"/>
                  <a:pt x="798995" y="59941"/>
                </a:cubicBezTo>
                <a:close/>
                <a:moveTo>
                  <a:pt x="905789" y="87183"/>
                </a:moveTo>
                <a:lnTo>
                  <a:pt x="893921" y="87183"/>
                </a:lnTo>
                <a:lnTo>
                  <a:pt x="893921" y="6696"/>
                </a:lnTo>
                <a:lnTo>
                  <a:pt x="905789" y="6696"/>
                </a:lnTo>
                <a:lnTo>
                  <a:pt x="905789" y="53321"/>
                </a:lnTo>
                <a:lnTo>
                  <a:pt x="931316" y="28947"/>
                </a:lnTo>
                <a:lnTo>
                  <a:pt x="947870" y="28947"/>
                </a:lnTo>
                <a:lnTo>
                  <a:pt x="922791" y="53093"/>
                </a:lnTo>
                <a:lnTo>
                  <a:pt x="948651" y="87173"/>
                </a:lnTo>
                <a:lnTo>
                  <a:pt x="933831" y="87173"/>
                </a:lnTo>
                <a:lnTo>
                  <a:pt x="914047" y="61389"/>
                </a:lnTo>
                <a:lnTo>
                  <a:pt x="905789" y="69428"/>
                </a:lnTo>
                <a:lnTo>
                  <a:pt x="905789" y="87173"/>
                </a:lnTo>
                <a:close/>
                <a:moveTo>
                  <a:pt x="963444" y="28947"/>
                </a:moveTo>
                <a:lnTo>
                  <a:pt x="951490" y="28947"/>
                </a:lnTo>
                <a:lnTo>
                  <a:pt x="951490" y="87173"/>
                </a:lnTo>
                <a:lnTo>
                  <a:pt x="963444" y="87173"/>
                </a:lnTo>
                <a:close/>
                <a:moveTo>
                  <a:pt x="399564" y="28947"/>
                </a:moveTo>
                <a:lnTo>
                  <a:pt x="387610" y="28947"/>
                </a:lnTo>
                <a:lnTo>
                  <a:pt x="387610" y="87173"/>
                </a:lnTo>
                <a:lnTo>
                  <a:pt x="399564" y="87173"/>
                </a:lnTo>
                <a:close/>
                <a:moveTo>
                  <a:pt x="452751" y="87173"/>
                </a:moveTo>
                <a:lnTo>
                  <a:pt x="452751" y="6677"/>
                </a:lnTo>
                <a:lnTo>
                  <a:pt x="464705" y="6677"/>
                </a:lnTo>
                <a:lnTo>
                  <a:pt x="464705" y="32347"/>
                </a:lnTo>
                <a:cubicBezTo>
                  <a:pt x="468144" y="29052"/>
                  <a:pt x="474230" y="27728"/>
                  <a:pt x="478707" y="27728"/>
                </a:cubicBezTo>
                <a:cubicBezTo>
                  <a:pt x="492537" y="27728"/>
                  <a:pt x="502300" y="38034"/>
                  <a:pt x="502110" y="51045"/>
                </a:cubicBezTo>
                <a:lnTo>
                  <a:pt x="502110" y="87164"/>
                </a:lnTo>
                <a:lnTo>
                  <a:pt x="490013" y="87164"/>
                </a:lnTo>
                <a:lnTo>
                  <a:pt x="490013" y="52112"/>
                </a:lnTo>
                <a:cubicBezTo>
                  <a:pt x="490013" y="48225"/>
                  <a:pt x="487975" y="39358"/>
                  <a:pt x="477488" y="39358"/>
                </a:cubicBezTo>
                <a:cubicBezTo>
                  <a:pt x="468268" y="39358"/>
                  <a:pt x="464705" y="46559"/>
                  <a:pt x="464705" y="52112"/>
                </a:cubicBezTo>
                <a:lnTo>
                  <a:pt x="464705" y="87173"/>
                </a:lnTo>
                <a:close/>
                <a:moveTo>
                  <a:pt x="407412" y="40558"/>
                </a:moveTo>
                <a:lnTo>
                  <a:pt x="407412" y="28985"/>
                </a:lnTo>
                <a:lnTo>
                  <a:pt x="413327" y="28985"/>
                </a:lnTo>
                <a:cubicBezTo>
                  <a:pt x="414464" y="28985"/>
                  <a:pt x="415555" y="28533"/>
                  <a:pt x="416358" y="27729"/>
                </a:cubicBezTo>
                <a:cubicBezTo>
                  <a:pt x="417162" y="26926"/>
                  <a:pt x="417614" y="25835"/>
                  <a:pt x="417614" y="24699"/>
                </a:cubicBezTo>
                <a:lnTo>
                  <a:pt x="417614" y="16555"/>
                </a:lnTo>
                <a:lnTo>
                  <a:pt x="429529" y="16555"/>
                </a:lnTo>
                <a:lnTo>
                  <a:pt x="429529" y="28985"/>
                </a:lnTo>
                <a:lnTo>
                  <a:pt x="441998" y="28985"/>
                </a:lnTo>
                <a:lnTo>
                  <a:pt x="441998" y="40558"/>
                </a:lnTo>
                <a:lnTo>
                  <a:pt x="429529" y="40558"/>
                </a:lnTo>
                <a:lnTo>
                  <a:pt x="429529" y="70171"/>
                </a:lnTo>
                <a:cubicBezTo>
                  <a:pt x="429529" y="72962"/>
                  <a:pt x="430530" y="76496"/>
                  <a:pt x="435702" y="76496"/>
                </a:cubicBezTo>
                <a:cubicBezTo>
                  <a:pt x="439178" y="76496"/>
                  <a:pt x="440759" y="76162"/>
                  <a:pt x="442712" y="75829"/>
                </a:cubicBezTo>
                <a:lnTo>
                  <a:pt x="442712" y="86659"/>
                </a:lnTo>
                <a:cubicBezTo>
                  <a:pt x="442712" y="86659"/>
                  <a:pt x="439273" y="87735"/>
                  <a:pt x="434549" y="87735"/>
                </a:cubicBezTo>
                <a:cubicBezTo>
                  <a:pt x="421233" y="87735"/>
                  <a:pt x="417623" y="77724"/>
                  <a:pt x="417623" y="70704"/>
                </a:cubicBezTo>
                <a:lnTo>
                  <a:pt x="417623" y="40558"/>
                </a:lnTo>
                <a:lnTo>
                  <a:pt x="407422" y="40558"/>
                </a:lnTo>
                <a:close/>
                <a:moveTo>
                  <a:pt x="309829" y="28985"/>
                </a:moveTo>
                <a:lnTo>
                  <a:pt x="296551" y="28985"/>
                </a:lnTo>
                <a:lnTo>
                  <a:pt x="317420" y="87145"/>
                </a:lnTo>
                <a:lnTo>
                  <a:pt x="328136" y="87145"/>
                </a:lnTo>
                <a:lnTo>
                  <a:pt x="339890" y="49826"/>
                </a:lnTo>
                <a:lnTo>
                  <a:pt x="351682" y="87145"/>
                </a:lnTo>
                <a:lnTo>
                  <a:pt x="362435" y="87145"/>
                </a:lnTo>
                <a:lnTo>
                  <a:pt x="383276" y="28985"/>
                </a:lnTo>
                <a:lnTo>
                  <a:pt x="370103" y="28985"/>
                </a:lnTo>
                <a:lnTo>
                  <a:pt x="357158" y="66418"/>
                </a:lnTo>
                <a:lnTo>
                  <a:pt x="345195" y="28985"/>
                </a:lnTo>
                <a:lnTo>
                  <a:pt x="334489" y="28985"/>
                </a:lnTo>
                <a:lnTo>
                  <a:pt x="322659" y="66675"/>
                </a:lnTo>
                <a:lnTo>
                  <a:pt x="309819" y="28985"/>
                </a:lnTo>
                <a:close/>
                <a:moveTo>
                  <a:pt x="211569" y="58531"/>
                </a:moveTo>
                <a:cubicBezTo>
                  <a:pt x="211378" y="73448"/>
                  <a:pt x="222875" y="88335"/>
                  <a:pt x="242268" y="88335"/>
                </a:cubicBezTo>
                <a:cubicBezTo>
                  <a:pt x="257184" y="88335"/>
                  <a:pt x="264966" y="79591"/>
                  <a:pt x="268309" y="71962"/>
                </a:cubicBezTo>
                <a:lnTo>
                  <a:pt x="258813" y="66713"/>
                </a:lnTo>
                <a:cubicBezTo>
                  <a:pt x="255812" y="70514"/>
                  <a:pt x="251183" y="77134"/>
                  <a:pt x="242258" y="77134"/>
                </a:cubicBezTo>
                <a:cubicBezTo>
                  <a:pt x="231352" y="77134"/>
                  <a:pt x="224875" y="69695"/>
                  <a:pt x="224247" y="62656"/>
                </a:cubicBezTo>
                <a:lnTo>
                  <a:pt x="268300" y="62656"/>
                </a:lnTo>
                <a:cubicBezTo>
                  <a:pt x="269005" y="59951"/>
                  <a:pt x="269709" y="53178"/>
                  <a:pt x="268014" y="47806"/>
                </a:cubicBezTo>
                <a:cubicBezTo>
                  <a:pt x="264814" y="37672"/>
                  <a:pt x="256384" y="27785"/>
                  <a:pt x="240972" y="27785"/>
                </a:cubicBezTo>
                <a:cubicBezTo>
                  <a:pt x="225561" y="27785"/>
                  <a:pt x="211559" y="38758"/>
                  <a:pt x="211559" y="58522"/>
                </a:cubicBezTo>
                <a:close/>
                <a:moveTo>
                  <a:pt x="224551" y="51388"/>
                </a:moveTo>
                <a:cubicBezTo>
                  <a:pt x="226630" y="44067"/>
                  <a:pt x="233371" y="38983"/>
                  <a:pt x="240982" y="38996"/>
                </a:cubicBezTo>
                <a:cubicBezTo>
                  <a:pt x="251050" y="38996"/>
                  <a:pt x="255917" y="47292"/>
                  <a:pt x="256441" y="51388"/>
                </a:cubicBezTo>
                <a:close/>
                <a:moveTo>
                  <a:pt x="141131" y="58531"/>
                </a:moveTo>
                <a:cubicBezTo>
                  <a:pt x="141493" y="75276"/>
                  <a:pt x="153295" y="88373"/>
                  <a:pt x="171088" y="88373"/>
                </a:cubicBezTo>
                <a:cubicBezTo>
                  <a:pt x="181317" y="88373"/>
                  <a:pt x="187499" y="83830"/>
                  <a:pt x="189766" y="81972"/>
                </a:cubicBezTo>
                <a:lnTo>
                  <a:pt x="189766" y="87183"/>
                </a:lnTo>
                <a:lnTo>
                  <a:pt x="201596" y="87183"/>
                </a:lnTo>
                <a:lnTo>
                  <a:pt x="201596" y="6735"/>
                </a:lnTo>
                <a:lnTo>
                  <a:pt x="189614" y="6735"/>
                </a:lnTo>
                <a:lnTo>
                  <a:pt x="189614" y="34243"/>
                </a:lnTo>
                <a:cubicBezTo>
                  <a:pt x="185670" y="30814"/>
                  <a:pt x="179498" y="27766"/>
                  <a:pt x="171230" y="27766"/>
                </a:cubicBezTo>
                <a:cubicBezTo>
                  <a:pt x="153038" y="27766"/>
                  <a:pt x="140769" y="41796"/>
                  <a:pt x="141131" y="58531"/>
                </a:cubicBezTo>
                <a:close/>
                <a:moveTo>
                  <a:pt x="153600" y="57769"/>
                </a:moveTo>
                <a:lnTo>
                  <a:pt x="153590" y="57769"/>
                </a:lnTo>
                <a:cubicBezTo>
                  <a:pt x="153590" y="47121"/>
                  <a:pt x="161629" y="39520"/>
                  <a:pt x="170783" y="39520"/>
                </a:cubicBezTo>
                <a:cubicBezTo>
                  <a:pt x="179936" y="39520"/>
                  <a:pt x="189566" y="45416"/>
                  <a:pt x="189566" y="58474"/>
                </a:cubicBezTo>
                <a:cubicBezTo>
                  <a:pt x="189631" y="63362"/>
                  <a:pt x="187692" y="68069"/>
                  <a:pt x="184204" y="71492"/>
                </a:cubicBezTo>
                <a:cubicBezTo>
                  <a:pt x="180715" y="74916"/>
                  <a:pt x="175973" y="76766"/>
                  <a:pt x="171088" y="76610"/>
                </a:cubicBezTo>
                <a:cubicBezTo>
                  <a:pt x="160486" y="76610"/>
                  <a:pt x="153600" y="68428"/>
                  <a:pt x="153600" y="57769"/>
                </a:cubicBezTo>
                <a:close/>
                <a:moveTo>
                  <a:pt x="884005" y="57503"/>
                </a:moveTo>
                <a:cubicBezTo>
                  <a:pt x="883643" y="40758"/>
                  <a:pt x="871842" y="27661"/>
                  <a:pt x="854049" y="27661"/>
                </a:cubicBezTo>
                <a:cubicBezTo>
                  <a:pt x="843819" y="27661"/>
                  <a:pt x="837638" y="32204"/>
                  <a:pt x="835371" y="34062"/>
                </a:cubicBezTo>
                <a:lnTo>
                  <a:pt x="835371" y="28852"/>
                </a:lnTo>
                <a:lnTo>
                  <a:pt x="823541" y="28852"/>
                </a:lnTo>
                <a:lnTo>
                  <a:pt x="823541" y="107147"/>
                </a:lnTo>
                <a:lnTo>
                  <a:pt x="835523" y="107147"/>
                </a:lnTo>
                <a:lnTo>
                  <a:pt x="835523" y="81792"/>
                </a:lnTo>
                <a:cubicBezTo>
                  <a:pt x="839466" y="85221"/>
                  <a:pt x="845648" y="88269"/>
                  <a:pt x="853906" y="88269"/>
                </a:cubicBezTo>
                <a:cubicBezTo>
                  <a:pt x="872099" y="88269"/>
                  <a:pt x="884367" y="74238"/>
                  <a:pt x="884005" y="57503"/>
                </a:cubicBezTo>
                <a:close/>
                <a:moveTo>
                  <a:pt x="871537" y="58265"/>
                </a:moveTo>
                <a:cubicBezTo>
                  <a:pt x="871537" y="68914"/>
                  <a:pt x="863507" y="76515"/>
                  <a:pt x="854354" y="76515"/>
                </a:cubicBezTo>
                <a:cubicBezTo>
                  <a:pt x="845200" y="76515"/>
                  <a:pt x="835571" y="70619"/>
                  <a:pt x="835571" y="57560"/>
                </a:cubicBezTo>
                <a:cubicBezTo>
                  <a:pt x="835506" y="52673"/>
                  <a:pt x="837445" y="47966"/>
                  <a:pt x="840933" y="44542"/>
                </a:cubicBezTo>
                <a:cubicBezTo>
                  <a:pt x="844421" y="41118"/>
                  <a:pt x="849164" y="39268"/>
                  <a:pt x="854049" y="39424"/>
                </a:cubicBezTo>
                <a:cubicBezTo>
                  <a:pt x="864650" y="39424"/>
                  <a:pt x="871537" y="47606"/>
                  <a:pt x="871537" y="58265"/>
                </a:cubicBezTo>
                <a:close/>
                <a:moveTo>
                  <a:pt x="975750" y="87411"/>
                </a:moveTo>
                <a:lnTo>
                  <a:pt x="975750" y="28956"/>
                </a:lnTo>
                <a:lnTo>
                  <a:pt x="987694" y="28956"/>
                </a:lnTo>
                <a:lnTo>
                  <a:pt x="987694" y="32595"/>
                </a:lnTo>
                <a:cubicBezTo>
                  <a:pt x="991133" y="29299"/>
                  <a:pt x="997219" y="27975"/>
                  <a:pt x="1001696" y="27975"/>
                </a:cubicBezTo>
                <a:cubicBezTo>
                  <a:pt x="1015526" y="27975"/>
                  <a:pt x="1025290" y="38281"/>
                  <a:pt x="1025099" y="51292"/>
                </a:cubicBezTo>
                <a:lnTo>
                  <a:pt x="1025099" y="87411"/>
                </a:lnTo>
                <a:lnTo>
                  <a:pt x="1013002" y="87411"/>
                </a:lnTo>
                <a:lnTo>
                  <a:pt x="1013002" y="52350"/>
                </a:lnTo>
                <a:cubicBezTo>
                  <a:pt x="1013002" y="48464"/>
                  <a:pt x="1010964" y="39596"/>
                  <a:pt x="1000477" y="39596"/>
                </a:cubicBezTo>
                <a:cubicBezTo>
                  <a:pt x="991247" y="39596"/>
                  <a:pt x="987694" y="46797"/>
                  <a:pt x="987694" y="52350"/>
                </a:cubicBezTo>
                <a:lnTo>
                  <a:pt x="987694" y="87411"/>
                </a:lnTo>
                <a:close/>
                <a:moveTo>
                  <a:pt x="686352" y="87211"/>
                </a:moveTo>
                <a:lnTo>
                  <a:pt x="686352" y="7887"/>
                </a:lnTo>
                <a:lnTo>
                  <a:pt x="696677" y="7887"/>
                </a:lnTo>
                <a:lnTo>
                  <a:pt x="736825" y="62913"/>
                </a:lnTo>
                <a:lnTo>
                  <a:pt x="736825" y="7887"/>
                </a:lnTo>
                <a:lnTo>
                  <a:pt x="749398" y="7887"/>
                </a:lnTo>
                <a:lnTo>
                  <a:pt x="749398" y="87211"/>
                </a:lnTo>
                <a:lnTo>
                  <a:pt x="738978" y="87211"/>
                </a:lnTo>
                <a:lnTo>
                  <a:pt x="698906" y="32004"/>
                </a:lnTo>
                <a:lnTo>
                  <a:pt x="698906" y="87211"/>
                </a:lnTo>
                <a:lnTo>
                  <a:pt x="686342" y="87211"/>
                </a:lnTo>
                <a:close/>
                <a:moveTo>
                  <a:pt x="11811" y="87183"/>
                </a:moveTo>
                <a:lnTo>
                  <a:pt x="0" y="87183"/>
                </a:lnTo>
                <a:lnTo>
                  <a:pt x="0" y="13154"/>
                </a:lnTo>
                <a:lnTo>
                  <a:pt x="9658" y="13154"/>
                </a:lnTo>
                <a:lnTo>
                  <a:pt x="35032" y="47416"/>
                </a:lnTo>
                <a:lnTo>
                  <a:pt x="60312" y="13202"/>
                </a:lnTo>
                <a:lnTo>
                  <a:pt x="70123" y="13202"/>
                </a:lnTo>
                <a:lnTo>
                  <a:pt x="70123" y="87173"/>
                </a:lnTo>
                <a:lnTo>
                  <a:pt x="58159" y="87173"/>
                </a:lnTo>
                <a:lnTo>
                  <a:pt x="58159" y="35871"/>
                </a:lnTo>
                <a:lnTo>
                  <a:pt x="35032" y="67361"/>
                </a:lnTo>
                <a:lnTo>
                  <a:pt x="11811" y="35681"/>
                </a:lnTo>
                <a:close/>
              </a:path>
            </a:pathLst>
          </a:custGeom>
          <a:solidFill>
            <a:srgbClr val="5E8D76">
              <a:alpha val="53333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5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4" name="Group 3"/>
          <p:cNvGrpSpPr/>
          <p:nvPr/>
        </p:nvGrpSpPr>
        <p:grpSpPr>
          <a:xfrm>
            <a:off x="4617720" y="3061693"/>
            <a:ext cx="817244" cy="1144524"/>
            <a:chOff x="4617720" y="3061693"/>
            <a:chExt cx="817244" cy="1144524"/>
          </a:xfrm>
        </p:grpSpPr>
        <p:sp>
          <p:nvSpPr>
            <p:cNvPr id="2" name="Rounded Rectangle 1"/>
            <p:cNvSpPr/>
            <p:nvPr/>
          </p:nvSpPr>
          <p:spPr>
            <a:xfrm>
              <a:off x="4617720" y="3497243"/>
              <a:ext cx="817244" cy="708974"/>
            </a:xfrm>
            <a:custGeom>
              <a:avLst/>
              <a:gdLst/>
              <a:ahLst/>
              <a:cxnLst/>
              <a:rect l="0" t="0" r="0" b="0"/>
              <a:pathLst>
                <a:path w="817244" h="708974">
                  <a:moveTo>
                    <a:pt x="817244" y="489994"/>
                  </a:moveTo>
                  <a:cubicBezTo>
                    <a:pt x="568766" y="633450"/>
                    <a:pt x="286912" y="708974"/>
                    <a:pt x="0" y="708974"/>
                  </a:cubicBezTo>
                  <a:lnTo>
                    <a:pt x="0" y="143179"/>
                  </a:lnTo>
                  <a:cubicBezTo>
                    <a:pt x="187594" y="143179"/>
                    <a:pt x="371884" y="93802"/>
                    <a:pt x="534342" y="0"/>
                  </a:cubicBezTo>
                  <a:lnTo>
                    <a:pt x="817244" y="489994"/>
                  </a:lnTo>
                </a:path>
              </a:pathLst>
            </a:custGeom>
            <a:solidFill>
              <a:srgbClr val="C1D8D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" name="Rounded Rectangle 2"/>
            <p:cNvSpPr/>
            <p:nvPr/>
          </p:nvSpPr>
          <p:spPr>
            <a:xfrm>
              <a:off x="4617720" y="3061693"/>
              <a:ext cx="502919" cy="515893"/>
            </a:xfrm>
            <a:custGeom>
              <a:avLst/>
              <a:gdLst/>
              <a:ahLst/>
              <a:cxnLst/>
              <a:rect l="0" t="0" r="0" b="0"/>
              <a:pathLst>
                <a:path w="502919" h="515893">
                  <a:moveTo>
                    <a:pt x="502919" y="381133"/>
                  </a:moveTo>
                  <a:cubicBezTo>
                    <a:pt x="350015" y="469420"/>
                    <a:pt x="176564" y="515893"/>
                    <a:pt x="0" y="515893"/>
                  </a:cubicBezTo>
                  <a:lnTo>
                    <a:pt x="0" y="75790"/>
                  </a:lnTo>
                  <a:cubicBezTo>
                    <a:pt x="99307" y="75790"/>
                    <a:pt x="196862" y="49653"/>
                    <a:pt x="282873" y="0"/>
                  </a:cubicBezTo>
                  <a:lnTo>
                    <a:pt x="502919" y="381133"/>
                  </a:lnTo>
                </a:path>
              </a:pathLst>
            </a:custGeom>
            <a:solidFill>
              <a:srgbClr val="C1D8D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4617719" y="3061693"/>
            <a:ext cx="817245" cy="1144525"/>
            <a:chOff x="4617719" y="3061693"/>
            <a:chExt cx="817245" cy="1144525"/>
          </a:xfrm>
        </p:grpSpPr>
        <p:sp>
          <p:nvSpPr>
            <p:cNvPr id="5" name="Rounded Rectangle 4"/>
            <p:cNvSpPr/>
            <p:nvPr/>
          </p:nvSpPr>
          <p:spPr>
            <a:xfrm>
              <a:off x="4617719" y="3497246"/>
              <a:ext cx="817245" cy="708972"/>
            </a:xfrm>
            <a:custGeom>
              <a:avLst/>
              <a:gdLst/>
              <a:ahLst/>
              <a:cxnLst/>
              <a:rect l="0" t="0" r="0" b="0"/>
              <a:pathLst>
                <a:path w="817245" h="708972">
                  <a:moveTo>
                    <a:pt x="817245" y="489992"/>
                  </a:moveTo>
                  <a:cubicBezTo>
                    <a:pt x="568771" y="633448"/>
                    <a:pt x="286912" y="708972"/>
                    <a:pt x="0" y="708972"/>
                  </a:cubicBezTo>
                  <a:lnTo>
                    <a:pt x="0" y="143178"/>
                  </a:lnTo>
                  <a:cubicBezTo>
                    <a:pt x="187595" y="143178"/>
                    <a:pt x="371885" y="93797"/>
                    <a:pt x="534347" y="0"/>
                  </a:cubicBezTo>
                  <a:lnTo>
                    <a:pt x="817245" y="489992"/>
                  </a:lnTo>
                  <a:close/>
                </a:path>
              </a:pathLst>
            </a:custGeom>
            <a:noFill/>
            <a:ln w="3928">
              <a:solidFill>
                <a:srgbClr val="F3F7F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4617719" y="3061693"/>
              <a:ext cx="502920" cy="956987"/>
            </a:xfrm>
            <a:custGeom>
              <a:avLst/>
              <a:gdLst/>
              <a:ahLst/>
              <a:cxnLst/>
              <a:rect l="0" t="0" r="0" b="0"/>
              <a:pathLst>
                <a:path w="502920" h="956987">
                  <a:moveTo>
                    <a:pt x="502920" y="381137"/>
                  </a:moveTo>
                  <a:cubicBezTo>
                    <a:pt x="350012" y="469418"/>
                    <a:pt x="176561" y="515894"/>
                    <a:pt x="0" y="515894"/>
                  </a:cubicBezTo>
                  <a:lnTo>
                    <a:pt x="0" y="75794"/>
                  </a:lnTo>
                  <a:cubicBezTo>
                    <a:pt x="99308" y="75794"/>
                    <a:pt x="196866" y="49653"/>
                    <a:pt x="282870" y="0"/>
                  </a:cubicBezTo>
                  <a:lnTo>
                    <a:pt x="502920" y="381137"/>
                  </a:lnTo>
                  <a:close/>
                  <a:moveTo>
                    <a:pt x="255669" y="956987"/>
                  </a:moveTo>
                  <a:cubicBezTo>
                    <a:pt x="249882" y="956987"/>
                    <a:pt x="245191" y="952296"/>
                    <a:pt x="245191" y="946509"/>
                  </a:cubicBezTo>
                  <a:lnTo>
                    <a:pt x="245191" y="700764"/>
                  </a:lnTo>
                  <a:cubicBezTo>
                    <a:pt x="245191" y="694977"/>
                    <a:pt x="249882" y="690287"/>
                    <a:pt x="255669" y="690287"/>
                  </a:cubicBezTo>
                  <a:lnTo>
                    <a:pt x="299175" y="690287"/>
                  </a:lnTo>
                  <a:cubicBezTo>
                    <a:pt x="304962" y="690287"/>
                    <a:pt x="309652" y="694977"/>
                    <a:pt x="309652" y="700764"/>
                  </a:cubicBezTo>
                  <a:lnTo>
                    <a:pt x="309652" y="904636"/>
                  </a:lnTo>
                  <a:lnTo>
                    <a:pt x="410126" y="904636"/>
                  </a:lnTo>
                  <a:cubicBezTo>
                    <a:pt x="415913" y="904636"/>
                    <a:pt x="420604" y="909327"/>
                    <a:pt x="420604" y="915114"/>
                  </a:cubicBezTo>
                  <a:lnTo>
                    <a:pt x="420604" y="946509"/>
                  </a:lnTo>
                  <a:cubicBezTo>
                    <a:pt x="420604" y="952296"/>
                    <a:pt x="415913" y="956987"/>
                    <a:pt x="410126" y="956987"/>
                  </a:cubicBezTo>
                  <a:lnTo>
                    <a:pt x="255669" y="956987"/>
                  </a:lnTo>
                  <a:close/>
                </a:path>
              </a:pathLst>
            </a:custGeom>
            <a:noFill/>
            <a:ln w="3928">
              <a:solidFill>
                <a:srgbClr val="F3F7F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4900591" y="2854600"/>
            <a:ext cx="1132636" cy="1132617"/>
            <a:chOff x="4900591" y="2854600"/>
            <a:chExt cx="1132636" cy="1132617"/>
          </a:xfrm>
        </p:grpSpPr>
        <p:sp>
          <p:nvSpPr>
            <p:cNvPr id="8" name="Rounded Rectangle 7"/>
            <p:cNvSpPr/>
            <p:nvPr/>
          </p:nvSpPr>
          <p:spPr>
            <a:xfrm>
              <a:off x="5152070" y="3106060"/>
              <a:ext cx="881157" cy="881157"/>
            </a:xfrm>
            <a:custGeom>
              <a:avLst/>
              <a:gdLst/>
              <a:ahLst/>
              <a:cxnLst/>
              <a:rect l="0" t="0" r="0" b="0"/>
              <a:pathLst>
                <a:path w="881157" h="881157">
                  <a:moveTo>
                    <a:pt x="881157" y="282892"/>
                  </a:moveTo>
                  <a:cubicBezTo>
                    <a:pt x="737701" y="531371"/>
                    <a:pt x="531371" y="737701"/>
                    <a:pt x="282892" y="881157"/>
                  </a:cubicBezTo>
                  <a:lnTo>
                    <a:pt x="0" y="391172"/>
                  </a:lnTo>
                  <a:cubicBezTo>
                    <a:pt x="162458" y="297370"/>
                    <a:pt x="297370" y="162458"/>
                    <a:pt x="391172" y="0"/>
                  </a:cubicBezTo>
                  <a:lnTo>
                    <a:pt x="881157" y="282892"/>
                  </a:lnTo>
                </a:path>
              </a:pathLst>
            </a:custGeom>
            <a:solidFill>
              <a:srgbClr val="C1D8D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4900591" y="2854600"/>
              <a:ext cx="588216" cy="588216"/>
            </a:xfrm>
            <a:custGeom>
              <a:avLst/>
              <a:gdLst/>
              <a:ahLst/>
              <a:cxnLst/>
              <a:rect l="0" t="0" r="0" b="0"/>
              <a:pathLst>
                <a:path w="588216" h="588216">
                  <a:moveTo>
                    <a:pt x="588216" y="220046"/>
                  </a:moveTo>
                  <a:cubicBezTo>
                    <a:pt x="499929" y="372960"/>
                    <a:pt x="372960" y="499929"/>
                    <a:pt x="220046" y="588216"/>
                  </a:cubicBezTo>
                  <a:lnTo>
                    <a:pt x="0" y="207073"/>
                  </a:lnTo>
                  <a:cubicBezTo>
                    <a:pt x="86001" y="157419"/>
                    <a:pt x="157419" y="86001"/>
                    <a:pt x="207073" y="0"/>
                  </a:cubicBezTo>
                  <a:lnTo>
                    <a:pt x="588216" y="220046"/>
                  </a:lnTo>
                </a:path>
              </a:pathLst>
            </a:custGeom>
            <a:solidFill>
              <a:srgbClr val="C1D8D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4900591" y="2854600"/>
            <a:ext cx="1132639" cy="1132621"/>
            <a:chOff x="4900591" y="2854600"/>
            <a:chExt cx="1132639" cy="1132621"/>
          </a:xfrm>
        </p:grpSpPr>
        <p:sp>
          <p:nvSpPr>
            <p:cNvPr id="11" name="Rounded Rectangle 10"/>
            <p:cNvSpPr/>
            <p:nvPr/>
          </p:nvSpPr>
          <p:spPr>
            <a:xfrm>
              <a:off x="5152069" y="3106060"/>
              <a:ext cx="881161" cy="881161"/>
            </a:xfrm>
            <a:custGeom>
              <a:avLst/>
              <a:gdLst/>
              <a:ahLst/>
              <a:cxnLst/>
              <a:rect l="0" t="0" r="0" b="0"/>
              <a:pathLst>
                <a:path w="881161" h="881161">
                  <a:moveTo>
                    <a:pt x="881161" y="282897"/>
                  </a:moveTo>
                  <a:cubicBezTo>
                    <a:pt x="737705" y="531371"/>
                    <a:pt x="531371" y="737705"/>
                    <a:pt x="282897" y="881161"/>
                  </a:cubicBezTo>
                  <a:lnTo>
                    <a:pt x="0" y="391169"/>
                  </a:lnTo>
                  <a:cubicBezTo>
                    <a:pt x="162462" y="297372"/>
                    <a:pt x="297371" y="162462"/>
                    <a:pt x="391169" y="0"/>
                  </a:cubicBezTo>
                  <a:lnTo>
                    <a:pt x="881161" y="282897"/>
                  </a:lnTo>
                  <a:close/>
                </a:path>
              </a:pathLst>
            </a:custGeom>
            <a:noFill/>
            <a:ln w="3928">
              <a:solidFill>
                <a:srgbClr val="F3F7F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4900591" y="2854600"/>
              <a:ext cx="787374" cy="797409"/>
            </a:xfrm>
            <a:custGeom>
              <a:avLst/>
              <a:gdLst/>
              <a:ahLst/>
              <a:cxnLst/>
              <a:rect l="0" t="0" r="0" b="0"/>
              <a:pathLst>
                <a:path w="787374" h="797409">
                  <a:moveTo>
                    <a:pt x="588212" y="220049"/>
                  </a:moveTo>
                  <a:cubicBezTo>
                    <a:pt x="499931" y="372956"/>
                    <a:pt x="372956" y="499931"/>
                    <a:pt x="220050" y="588212"/>
                  </a:cubicBezTo>
                  <a:lnTo>
                    <a:pt x="0" y="207075"/>
                  </a:lnTo>
                  <a:cubicBezTo>
                    <a:pt x="86003" y="157421"/>
                    <a:pt x="157421" y="86003"/>
                    <a:pt x="207075" y="0"/>
                  </a:cubicBezTo>
                  <a:lnTo>
                    <a:pt x="588212" y="220049"/>
                  </a:lnTo>
                  <a:close/>
                  <a:moveTo>
                    <a:pt x="611891" y="797409"/>
                  </a:moveTo>
                  <a:cubicBezTo>
                    <a:pt x="606104" y="797409"/>
                    <a:pt x="601413" y="792719"/>
                    <a:pt x="601413" y="786932"/>
                  </a:cubicBezTo>
                  <a:lnTo>
                    <a:pt x="601413" y="541187"/>
                  </a:lnTo>
                  <a:cubicBezTo>
                    <a:pt x="601413" y="535400"/>
                    <a:pt x="606104" y="530709"/>
                    <a:pt x="611891" y="530709"/>
                  </a:cubicBezTo>
                  <a:lnTo>
                    <a:pt x="776897" y="530709"/>
                  </a:lnTo>
                  <a:cubicBezTo>
                    <a:pt x="782683" y="530709"/>
                    <a:pt x="787374" y="535400"/>
                    <a:pt x="787374" y="541187"/>
                  </a:cubicBezTo>
                  <a:lnTo>
                    <a:pt x="787374" y="572582"/>
                  </a:lnTo>
                  <a:cubicBezTo>
                    <a:pt x="787374" y="578369"/>
                    <a:pt x="782683" y="583060"/>
                    <a:pt x="776897" y="583060"/>
                  </a:cubicBezTo>
                  <a:lnTo>
                    <a:pt x="665875" y="583060"/>
                  </a:lnTo>
                  <a:lnTo>
                    <a:pt x="665875" y="637754"/>
                  </a:lnTo>
                  <a:lnTo>
                    <a:pt x="767390" y="637754"/>
                  </a:lnTo>
                  <a:cubicBezTo>
                    <a:pt x="773177" y="637754"/>
                    <a:pt x="777868" y="642445"/>
                    <a:pt x="777868" y="648231"/>
                  </a:cubicBezTo>
                  <a:lnTo>
                    <a:pt x="777868" y="679757"/>
                  </a:lnTo>
                  <a:cubicBezTo>
                    <a:pt x="777868" y="685544"/>
                    <a:pt x="773177" y="690235"/>
                    <a:pt x="767390" y="690235"/>
                  </a:cubicBezTo>
                  <a:lnTo>
                    <a:pt x="665875" y="690235"/>
                  </a:lnTo>
                  <a:lnTo>
                    <a:pt x="665875" y="745059"/>
                  </a:lnTo>
                  <a:lnTo>
                    <a:pt x="776897" y="745059"/>
                  </a:lnTo>
                  <a:cubicBezTo>
                    <a:pt x="782683" y="745059"/>
                    <a:pt x="787374" y="749750"/>
                    <a:pt x="787374" y="755537"/>
                  </a:cubicBezTo>
                  <a:lnTo>
                    <a:pt x="787374" y="786932"/>
                  </a:lnTo>
                  <a:cubicBezTo>
                    <a:pt x="787374" y="792719"/>
                    <a:pt x="782683" y="797409"/>
                    <a:pt x="776897" y="797409"/>
                  </a:cubicBezTo>
                  <a:lnTo>
                    <a:pt x="611891" y="797409"/>
                  </a:lnTo>
                  <a:close/>
                </a:path>
              </a:pathLst>
            </a:custGeom>
            <a:noFill/>
            <a:ln w="3928">
              <a:solidFill>
                <a:srgbClr val="F3F7F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5107663" y="2571750"/>
            <a:ext cx="1144543" cy="817245"/>
            <a:chOff x="5107663" y="2571750"/>
            <a:chExt cx="1144543" cy="817245"/>
          </a:xfrm>
        </p:grpSpPr>
        <p:sp>
          <p:nvSpPr>
            <p:cNvPr id="14" name="Rounded Rectangle 13"/>
            <p:cNvSpPr/>
            <p:nvPr/>
          </p:nvSpPr>
          <p:spPr>
            <a:xfrm>
              <a:off x="5543232" y="2571750"/>
              <a:ext cx="708974" cy="817245"/>
            </a:xfrm>
            <a:custGeom>
              <a:avLst/>
              <a:gdLst/>
              <a:ahLst/>
              <a:cxnLst/>
              <a:rect l="0" t="0" r="0" b="0"/>
              <a:pathLst>
                <a:path w="708974" h="817245">
                  <a:moveTo>
                    <a:pt x="708974" y="0"/>
                  </a:moveTo>
                  <a:cubicBezTo>
                    <a:pt x="708974" y="286912"/>
                    <a:pt x="633450" y="568775"/>
                    <a:pt x="489994" y="817245"/>
                  </a:cubicBezTo>
                  <a:lnTo>
                    <a:pt x="0" y="534352"/>
                  </a:lnTo>
                  <a:cubicBezTo>
                    <a:pt x="93802" y="371884"/>
                    <a:pt x="143179" y="187594"/>
                    <a:pt x="143179" y="0"/>
                  </a:cubicBezTo>
                  <a:lnTo>
                    <a:pt x="708974" y="0"/>
                  </a:lnTo>
                </a:path>
              </a:pathLst>
            </a:custGeom>
            <a:solidFill>
              <a:srgbClr val="C1D8D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5107663" y="2571750"/>
              <a:ext cx="515893" cy="502920"/>
            </a:xfrm>
            <a:custGeom>
              <a:avLst/>
              <a:gdLst/>
              <a:ahLst/>
              <a:cxnLst/>
              <a:rect l="0" t="0" r="0" b="0"/>
              <a:pathLst>
                <a:path w="515893" h="502920">
                  <a:moveTo>
                    <a:pt x="515893" y="0"/>
                  </a:moveTo>
                  <a:cubicBezTo>
                    <a:pt x="515893" y="176564"/>
                    <a:pt x="469420" y="350015"/>
                    <a:pt x="381133" y="502920"/>
                  </a:cubicBezTo>
                  <a:lnTo>
                    <a:pt x="0" y="282873"/>
                  </a:lnTo>
                  <a:cubicBezTo>
                    <a:pt x="49653" y="196862"/>
                    <a:pt x="75790" y="99307"/>
                    <a:pt x="75790" y="0"/>
                  </a:cubicBezTo>
                  <a:lnTo>
                    <a:pt x="515893" y="0"/>
                  </a:lnTo>
                </a:path>
              </a:pathLst>
            </a:custGeom>
            <a:solidFill>
              <a:srgbClr val="C1D8D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5107663" y="2571750"/>
            <a:ext cx="1144544" cy="817245"/>
            <a:chOff x="5107663" y="2571750"/>
            <a:chExt cx="1144544" cy="817245"/>
          </a:xfrm>
        </p:grpSpPr>
        <p:sp>
          <p:nvSpPr>
            <p:cNvPr id="17" name="Rounded Rectangle 16"/>
            <p:cNvSpPr/>
            <p:nvPr/>
          </p:nvSpPr>
          <p:spPr>
            <a:xfrm>
              <a:off x="5543235" y="2571750"/>
              <a:ext cx="708972" cy="817245"/>
            </a:xfrm>
            <a:custGeom>
              <a:avLst/>
              <a:gdLst/>
              <a:ahLst/>
              <a:cxnLst/>
              <a:rect l="0" t="0" r="0" b="0"/>
              <a:pathLst>
                <a:path w="708972" h="817245">
                  <a:moveTo>
                    <a:pt x="708972" y="0"/>
                  </a:moveTo>
                  <a:cubicBezTo>
                    <a:pt x="708972" y="286912"/>
                    <a:pt x="633448" y="568771"/>
                    <a:pt x="489992" y="817245"/>
                  </a:cubicBezTo>
                  <a:lnTo>
                    <a:pt x="0" y="534347"/>
                  </a:lnTo>
                  <a:cubicBezTo>
                    <a:pt x="93797" y="371885"/>
                    <a:pt x="143178" y="187595"/>
                    <a:pt x="143178" y="0"/>
                  </a:cubicBezTo>
                  <a:lnTo>
                    <a:pt x="708972" y="0"/>
                  </a:lnTo>
                  <a:close/>
                </a:path>
              </a:pathLst>
            </a:custGeom>
            <a:noFill/>
            <a:ln w="3928">
              <a:solidFill>
                <a:srgbClr val="F3F7F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5107663" y="2571750"/>
              <a:ext cx="935307" cy="502920"/>
            </a:xfrm>
            <a:custGeom>
              <a:avLst/>
              <a:gdLst/>
              <a:ahLst/>
              <a:cxnLst/>
              <a:rect l="0" t="0" r="0" b="0"/>
              <a:pathLst>
                <a:path w="935307" h="502920">
                  <a:moveTo>
                    <a:pt x="515894" y="0"/>
                  </a:moveTo>
                  <a:cubicBezTo>
                    <a:pt x="515894" y="176561"/>
                    <a:pt x="469418" y="350012"/>
                    <a:pt x="381137" y="502920"/>
                  </a:cubicBezTo>
                  <a:lnTo>
                    <a:pt x="0" y="282869"/>
                  </a:lnTo>
                  <a:cubicBezTo>
                    <a:pt x="49653" y="196866"/>
                    <a:pt x="75794" y="99308"/>
                    <a:pt x="75794" y="0"/>
                  </a:cubicBezTo>
                  <a:lnTo>
                    <a:pt x="515894" y="0"/>
                  </a:lnTo>
                  <a:close/>
                  <a:moveTo>
                    <a:pt x="709889" y="283182"/>
                  </a:moveTo>
                  <a:lnTo>
                    <a:pt x="709889" y="241309"/>
                  </a:lnTo>
                  <a:cubicBezTo>
                    <a:pt x="709889" y="235523"/>
                    <a:pt x="714579" y="230832"/>
                    <a:pt x="720366" y="230832"/>
                  </a:cubicBezTo>
                  <a:lnTo>
                    <a:pt x="924830" y="230832"/>
                  </a:lnTo>
                  <a:cubicBezTo>
                    <a:pt x="930616" y="230832"/>
                    <a:pt x="935307" y="235523"/>
                    <a:pt x="935307" y="241309"/>
                  </a:cubicBezTo>
                  <a:lnTo>
                    <a:pt x="935307" y="272705"/>
                  </a:lnTo>
                  <a:cubicBezTo>
                    <a:pt x="935307" y="278491"/>
                    <a:pt x="930616" y="283182"/>
                    <a:pt x="924830" y="283182"/>
                  </a:cubicBezTo>
                  <a:lnTo>
                    <a:pt x="854438" y="283182"/>
                  </a:lnTo>
                  <a:lnTo>
                    <a:pt x="854438" y="487055"/>
                  </a:lnTo>
                  <a:cubicBezTo>
                    <a:pt x="854438" y="492841"/>
                    <a:pt x="849747" y="497532"/>
                    <a:pt x="843960" y="497532"/>
                  </a:cubicBezTo>
                  <a:lnTo>
                    <a:pt x="801366" y="497532"/>
                  </a:lnTo>
                  <a:cubicBezTo>
                    <a:pt x="795579" y="497532"/>
                    <a:pt x="790889" y="492841"/>
                    <a:pt x="790889" y="487055"/>
                  </a:cubicBezTo>
                  <a:lnTo>
                    <a:pt x="790889" y="283182"/>
                  </a:lnTo>
                  <a:lnTo>
                    <a:pt x="709889" y="283182"/>
                  </a:lnTo>
                  <a:close/>
                </a:path>
              </a:pathLst>
            </a:custGeom>
            <a:noFill/>
            <a:ln w="3928">
              <a:solidFill>
                <a:srgbClr val="F3F7F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5107663" y="1754504"/>
            <a:ext cx="1144543" cy="817245"/>
            <a:chOff x="5107663" y="1754504"/>
            <a:chExt cx="1144543" cy="817245"/>
          </a:xfrm>
        </p:grpSpPr>
        <p:sp>
          <p:nvSpPr>
            <p:cNvPr id="20" name="Rounded Rectangle 19"/>
            <p:cNvSpPr/>
            <p:nvPr/>
          </p:nvSpPr>
          <p:spPr>
            <a:xfrm>
              <a:off x="5543232" y="1754504"/>
              <a:ext cx="708974" cy="817245"/>
            </a:xfrm>
            <a:custGeom>
              <a:avLst/>
              <a:gdLst/>
              <a:ahLst/>
              <a:cxnLst/>
              <a:rect l="0" t="0" r="0" b="0"/>
              <a:pathLst>
                <a:path w="708974" h="817245">
                  <a:moveTo>
                    <a:pt x="489994" y="0"/>
                  </a:moveTo>
                  <a:cubicBezTo>
                    <a:pt x="633450" y="248478"/>
                    <a:pt x="708974" y="530332"/>
                    <a:pt x="708974" y="817245"/>
                  </a:cubicBezTo>
                  <a:lnTo>
                    <a:pt x="143179" y="817245"/>
                  </a:lnTo>
                  <a:cubicBezTo>
                    <a:pt x="143179" y="629650"/>
                    <a:pt x="93802" y="445360"/>
                    <a:pt x="0" y="282892"/>
                  </a:cubicBezTo>
                  <a:lnTo>
                    <a:pt x="489994" y="0"/>
                  </a:lnTo>
                </a:path>
              </a:pathLst>
            </a:custGeom>
            <a:solidFill>
              <a:srgbClr val="C1D8D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5107663" y="2068829"/>
              <a:ext cx="515893" cy="502920"/>
            </a:xfrm>
            <a:custGeom>
              <a:avLst/>
              <a:gdLst/>
              <a:ahLst/>
              <a:cxnLst/>
              <a:rect l="0" t="0" r="0" b="0"/>
              <a:pathLst>
                <a:path w="515893" h="502920">
                  <a:moveTo>
                    <a:pt x="381133" y="0"/>
                  </a:moveTo>
                  <a:cubicBezTo>
                    <a:pt x="469420" y="152904"/>
                    <a:pt x="515893" y="326355"/>
                    <a:pt x="515893" y="502920"/>
                  </a:cubicBezTo>
                  <a:lnTo>
                    <a:pt x="75790" y="502920"/>
                  </a:lnTo>
                  <a:cubicBezTo>
                    <a:pt x="75790" y="403612"/>
                    <a:pt x="49653" y="306057"/>
                    <a:pt x="0" y="220046"/>
                  </a:cubicBezTo>
                  <a:lnTo>
                    <a:pt x="381133" y="0"/>
                  </a:lnTo>
                </a:path>
              </a:pathLst>
            </a:custGeom>
            <a:solidFill>
              <a:srgbClr val="C1D8D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5107663" y="1754504"/>
            <a:ext cx="1144544" cy="817245"/>
            <a:chOff x="5107663" y="1754504"/>
            <a:chExt cx="1144544" cy="817245"/>
          </a:xfrm>
        </p:grpSpPr>
        <p:sp>
          <p:nvSpPr>
            <p:cNvPr id="23" name="Rounded Rectangle 22"/>
            <p:cNvSpPr/>
            <p:nvPr/>
          </p:nvSpPr>
          <p:spPr>
            <a:xfrm>
              <a:off x="5543235" y="1754504"/>
              <a:ext cx="708972" cy="817245"/>
            </a:xfrm>
            <a:custGeom>
              <a:avLst/>
              <a:gdLst/>
              <a:ahLst/>
              <a:cxnLst/>
              <a:rect l="0" t="0" r="0" b="0"/>
              <a:pathLst>
                <a:path w="708972" h="817245">
                  <a:moveTo>
                    <a:pt x="489991" y="0"/>
                  </a:moveTo>
                  <a:cubicBezTo>
                    <a:pt x="633448" y="248473"/>
                    <a:pt x="708972" y="530331"/>
                    <a:pt x="708972" y="817245"/>
                  </a:cubicBezTo>
                  <a:lnTo>
                    <a:pt x="143178" y="817245"/>
                  </a:lnTo>
                  <a:cubicBezTo>
                    <a:pt x="143178" y="629649"/>
                    <a:pt x="93797" y="445359"/>
                    <a:pt x="0" y="282897"/>
                  </a:cubicBezTo>
                  <a:lnTo>
                    <a:pt x="489991" y="0"/>
                  </a:lnTo>
                  <a:close/>
                </a:path>
              </a:pathLst>
            </a:custGeom>
            <a:noFill/>
            <a:ln w="3928">
              <a:solidFill>
                <a:srgbClr val="F3F7F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5107663" y="2068829"/>
              <a:ext cx="927438" cy="502920"/>
            </a:xfrm>
            <a:custGeom>
              <a:avLst/>
              <a:gdLst/>
              <a:ahLst/>
              <a:cxnLst/>
              <a:rect l="0" t="0" r="0" b="0"/>
              <a:pathLst>
                <a:path w="927438" h="502920">
                  <a:moveTo>
                    <a:pt x="381137" y="0"/>
                  </a:moveTo>
                  <a:cubicBezTo>
                    <a:pt x="469418" y="152907"/>
                    <a:pt x="515894" y="326358"/>
                    <a:pt x="515894" y="502920"/>
                  </a:cubicBezTo>
                  <a:lnTo>
                    <a:pt x="75794" y="502920"/>
                  </a:lnTo>
                  <a:cubicBezTo>
                    <a:pt x="75794" y="403611"/>
                    <a:pt x="49653" y="306053"/>
                    <a:pt x="0" y="220049"/>
                  </a:cubicBezTo>
                  <a:lnTo>
                    <a:pt x="381137" y="0"/>
                  </a:lnTo>
                  <a:close/>
                  <a:moveTo>
                    <a:pt x="871634" y="97028"/>
                  </a:moveTo>
                  <a:cubicBezTo>
                    <a:pt x="866214" y="97028"/>
                    <a:pt x="861909" y="92789"/>
                    <a:pt x="860025" y="87708"/>
                  </a:cubicBezTo>
                  <a:cubicBezTo>
                    <a:pt x="858095" y="82501"/>
                    <a:pt x="854912" y="78185"/>
                    <a:pt x="850475" y="74760"/>
                  </a:cubicBezTo>
                  <a:cubicBezTo>
                    <a:pt x="843703" y="69377"/>
                    <a:pt x="834024" y="66686"/>
                    <a:pt x="821435" y="66686"/>
                  </a:cubicBezTo>
                  <a:cubicBezTo>
                    <a:pt x="813101" y="66686"/>
                    <a:pt x="806156" y="67771"/>
                    <a:pt x="800599" y="69941"/>
                  </a:cubicBezTo>
                  <a:cubicBezTo>
                    <a:pt x="795043" y="72111"/>
                    <a:pt x="790876" y="75107"/>
                    <a:pt x="788097" y="78927"/>
                  </a:cubicBezTo>
                  <a:cubicBezTo>
                    <a:pt x="785319" y="82660"/>
                    <a:pt x="783887" y="86957"/>
                    <a:pt x="783800" y="91819"/>
                  </a:cubicBezTo>
                  <a:cubicBezTo>
                    <a:pt x="783626" y="95813"/>
                    <a:pt x="784408" y="99329"/>
                    <a:pt x="786144" y="102367"/>
                  </a:cubicBezTo>
                  <a:cubicBezTo>
                    <a:pt x="787967" y="105406"/>
                    <a:pt x="790572" y="108097"/>
                    <a:pt x="793958" y="110441"/>
                  </a:cubicBezTo>
                  <a:cubicBezTo>
                    <a:pt x="797430" y="112698"/>
                    <a:pt x="801597" y="114695"/>
                    <a:pt x="806459" y="116431"/>
                  </a:cubicBezTo>
                  <a:cubicBezTo>
                    <a:pt x="811321" y="118168"/>
                    <a:pt x="816790" y="119687"/>
                    <a:pt x="822868" y="120989"/>
                  </a:cubicBezTo>
                  <a:lnTo>
                    <a:pt x="845787" y="126198"/>
                  </a:lnTo>
                  <a:cubicBezTo>
                    <a:pt x="858983" y="129063"/>
                    <a:pt x="870617" y="132883"/>
                    <a:pt x="880687" y="137658"/>
                  </a:cubicBezTo>
                  <a:cubicBezTo>
                    <a:pt x="890845" y="142433"/>
                    <a:pt x="899353" y="148119"/>
                    <a:pt x="906211" y="154718"/>
                  </a:cubicBezTo>
                  <a:cubicBezTo>
                    <a:pt x="913156" y="161316"/>
                    <a:pt x="918409" y="168912"/>
                    <a:pt x="921969" y="177507"/>
                  </a:cubicBezTo>
                  <a:cubicBezTo>
                    <a:pt x="925528" y="186101"/>
                    <a:pt x="927351" y="195738"/>
                    <a:pt x="927438" y="206417"/>
                  </a:cubicBezTo>
                  <a:cubicBezTo>
                    <a:pt x="927351" y="223259"/>
                    <a:pt x="923097" y="237714"/>
                    <a:pt x="914676" y="249781"/>
                  </a:cubicBezTo>
                  <a:cubicBezTo>
                    <a:pt x="906254" y="261849"/>
                    <a:pt x="894144" y="271095"/>
                    <a:pt x="878343" y="277519"/>
                  </a:cubicBezTo>
                  <a:cubicBezTo>
                    <a:pt x="862629" y="283944"/>
                    <a:pt x="843660" y="287156"/>
                    <a:pt x="821435" y="287156"/>
                  </a:cubicBezTo>
                  <a:cubicBezTo>
                    <a:pt x="799123" y="287156"/>
                    <a:pt x="779676" y="283813"/>
                    <a:pt x="763094" y="277129"/>
                  </a:cubicBezTo>
                  <a:cubicBezTo>
                    <a:pt x="746512" y="270444"/>
                    <a:pt x="733620" y="260286"/>
                    <a:pt x="724418" y="246656"/>
                  </a:cubicBezTo>
                  <a:cubicBezTo>
                    <a:pt x="716823" y="235408"/>
                    <a:pt x="712274" y="221707"/>
                    <a:pt x="710769" y="205552"/>
                  </a:cubicBezTo>
                  <a:cubicBezTo>
                    <a:pt x="710228" y="199739"/>
                    <a:pt x="714994" y="194957"/>
                    <a:pt x="720832" y="194957"/>
                  </a:cubicBezTo>
                  <a:lnTo>
                    <a:pt x="762088" y="194957"/>
                  </a:lnTo>
                  <a:cubicBezTo>
                    <a:pt x="767628" y="194957"/>
                    <a:pt x="772043" y="199330"/>
                    <a:pt x="773456" y="204687"/>
                  </a:cubicBezTo>
                  <a:cubicBezTo>
                    <a:pt x="774624" y="209114"/>
                    <a:pt x="776422" y="213033"/>
                    <a:pt x="778852" y="216444"/>
                  </a:cubicBezTo>
                  <a:cubicBezTo>
                    <a:pt x="782932" y="222174"/>
                    <a:pt x="788532" y="226515"/>
                    <a:pt x="795651" y="229466"/>
                  </a:cubicBezTo>
                  <a:cubicBezTo>
                    <a:pt x="802856" y="232418"/>
                    <a:pt x="811190" y="233894"/>
                    <a:pt x="820654" y="233894"/>
                  </a:cubicBezTo>
                  <a:cubicBezTo>
                    <a:pt x="829335" y="233894"/>
                    <a:pt x="836715" y="232722"/>
                    <a:pt x="842792" y="230378"/>
                  </a:cubicBezTo>
                  <a:cubicBezTo>
                    <a:pt x="848956" y="228034"/>
                    <a:pt x="853687" y="224779"/>
                    <a:pt x="856987" y="220611"/>
                  </a:cubicBezTo>
                  <a:cubicBezTo>
                    <a:pt x="860285" y="216444"/>
                    <a:pt x="861978" y="211669"/>
                    <a:pt x="862065" y="206286"/>
                  </a:cubicBezTo>
                  <a:cubicBezTo>
                    <a:pt x="861978" y="201251"/>
                    <a:pt x="860415" y="196953"/>
                    <a:pt x="857377" y="193394"/>
                  </a:cubicBezTo>
                  <a:cubicBezTo>
                    <a:pt x="854338" y="189748"/>
                    <a:pt x="849650" y="186623"/>
                    <a:pt x="843313" y="184018"/>
                  </a:cubicBezTo>
                  <a:cubicBezTo>
                    <a:pt x="837062" y="181327"/>
                    <a:pt x="829075" y="178853"/>
                    <a:pt x="819351" y="176595"/>
                  </a:cubicBezTo>
                  <a:lnTo>
                    <a:pt x="791483" y="170084"/>
                  </a:lnTo>
                  <a:cubicBezTo>
                    <a:pt x="768390" y="164788"/>
                    <a:pt x="750202" y="156237"/>
                    <a:pt x="736919" y="144430"/>
                  </a:cubicBezTo>
                  <a:cubicBezTo>
                    <a:pt x="723636" y="132536"/>
                    <a:pt x="717038" y="116475"/>
                    <a:pt x="717125" y="96247"/>
                  </a:cubicBezTo>
                  <a:cubicBezTo>
                    <a:pt x="717038" y="79752"/>
                    <a:pt x="721466" y="65297"/>
                    <a:pt x="730408" y="52882"/>
                  </a:cubicBezTo>
                  <a:cubicBezTo>
                    <a:pt x="739350" y="40467"/>
                    <a:pt x="751721" y="30787"/>
                    <a:pt x="767522" y="23842"/>
                  </a:cubicBezTo>
                  <a:cubicBezTo>
                    <a:pt x="783322" y="16897"/>
                    <a:pt x="801337" y="13424"/>
                    <a:pt x="821565" y="13424"/>
                  </a:cubicBezTo>
                  <a:cubicBezTo>
                    <a:pt x="842227" y="13424"/>
                    <a:pt x="860155" y="16940"/>
                    <a:pt x="875348" y="23972"/>
                  </a:cubicBezTo>
                  <a:cubicBezTo>
                    <a:pt x="890628" y="30918"/>
                    <a:pt x="902478" y="40684"/>
                    <a:pt x="910900" y="53272"/>
                  </a:cubicBezTo>
                  <a:cubicBezTo>
                    <a:pt x="917485" y="63117"/>
                    <a:pt x="921548" y="74182"/>
                    <a:pt x="923090" y="86469"/>
                  </a:cubicBezTo>
                  <a:cubicBezTo>
                    <a:pt x="923816" y="92253"/>
                    <a:pt x="919033" y="97028"/>
                    <a:pt x="913204" y="97028"/>
                  </a:cubicBezTo>
                  <a:lnTo>
                    <a:pt x="871634" y="97028"/>
                  </a:lnTo>
                  <a:close/>
                </a:path>
              </a:pathLst>
            </a:custGeom>
            <a:noFill/>
            <a:ln w="3928">
              <a:solidFill>
                <a:srgbClr val="F3F7F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4900592" y="1156223"/>
            <a:ext cx="1132636" cy="1132637"/>
            <a:chOff x="4900592" y="1156223"/>
            <a:chExt cx="1132636" cy="1132637"/>
          </a:xfrm>
        </p:grpSpPr>
        <p:sp>
          <p:nvSpPr>
            <p:cNvPr id="26" name="Rounded Rectangle 25"/>
            <p:cNvSpPr/>
            <p:nvPr/>
          </p:nvSpPr>
          <p:spPr>
            <a:xfrm>
              <a:off x="5152071" y="1156223"/>
              <a:ext cx="881157" cy="881157"/>
            </a:xfrm>
            <a:custGeom>
              <a:avLst/>
              <a:gdLst/>
              <a:ahLst/>
              <a:cxnLst/>
              <a:rect l="0" t="0" r="0" b="0"/>
              <a:pathLst>
                <a:path w="881157" h="881157">
                  <a:moveTo>
                    <a:pt x="282892" y="0"/>
                  </a:moveTo>
                  <a:cubicBezTo>
                    <a:pt x="531371" y="143456"/>
                    <a:pt x="737701" y="349786"/>
                    <a:pt x="881157" y="598265"/>
                  </a:cubicBezTo>
                  <a:lnTo>
                    <a:pt x="391172" y="881157"/>
                  </a:lnTo>
                  <a:cubicBezTo>
                    <a:pt x="297370" y="718699"/>
                    <a:pt x="162458" y="583787"/>
                    <a:pt x="0" y="489994"/>
                  </a:cubicBezTo>
                  <a:lnTo>
                    <a:pt x="282892" y="0"/>
                  </a:lnTo>
                </a:path>
              </a:pathLst>
            </a:custGeom>
            <a:solidFill>
              <a:srgbClr val="C1D8D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4900592" y="1700644"/>
              <a:ext cx="588216" cy="588216"/>
            </a:xfrm>
            <a:custGeom>
              <a:avLst/>
              <a:gdLst/>
              <a:ahLst/>
              <a:cxnLst/>
              <a:rect l="0" t="0" r="0" b="0"/>
              <a:pathLst>
                <a:path w="588216" h="588216">
                  <a:moveTo>
                    <a:pt x="220046" y="0"/>
                  </a:moveTo>
                  <a:cubicBezTo>
                    <a:pt x="372960" y="88277"/>
                    <a:pt x="499929" y="215255"/>
                    <a:pt x="588216" y="368160"/>
                  </a:cubicBezTo>
                  <a:lnTo>
                    <a:pt x="207073" y="588216"/>
                  </a:lnTo>
                  <a:cubicBezTo>
                    <a:pt x="157419" y="502205"/>
                    <a:pt x="86001" y="430787"/>
                    <a:pt x="0" y="381133"/>
                  </a:cubicBezTo>
                  <a:lnTo>
                    <a:pt x="220046" y="0"/>
                  </a:lnTo>
                </a:path>
              </a:pathLst>
            </a:custGeom>
            <a:solidFill>
              <a:srgbClr val="C1D8D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4900592" y="1156223"/>
            <a:ext cx="1132639" cy="1132633"/>
            <a:chOff x="4900592" y="1156223"/>
            <a:chExt cx="1132639" cy="1132633"/>
          </a:xfrm>
        </p:grpSpPr>
        <p:sp>
          <p:nvSpPr>
            <p:cNvPr id="29" name="Rounded Rectangle 28"/>
            <p:cNvSpPr/>
            <p:nvPr/>
          </p:nvSpPr>
          <p:spPr>
            <a:xfrm>
              <a:off x="5152070" y="1156223"/>
              <a:ext cx="881161" cy="881161"/>
            </a:xfrm>
            <a:custGeom>
              <a:avLst/>
              <a:gdLst/>
              <a:ahLst/>
              <a:cxnLst/>
              <a:rect l="0" t="0" r="0" b="0"/>
              <a:pathLst>
                <a:path w="881161" h="881161">
                  <a:moveTo>
                    <a:pt x="282897" y="0"/>
                  </a:moveTo>
                  <a:cubicBezTo>
                    <a:pt x="531371" y="143456"/>
                    <a:pt x="737705" y="349790"/>
                    <a:pt x="881161" y="598264"/>
                  </a:cubicBezTo>
                  <a:lnTo>
                    <a:pt x="391169" y="881161"/>
                  </a:lnTo>
                  <a:cubicBezTo>
                    <a:pt x="297371" y="718699"/>
                    <a:pt x="162461" y="583789"/>
                    <a:pt x="0" y="489991"/>
                  </a:cubicBezTo>
                  <a:lnTo>
                    <a:pt x="282897" y="0"/>
                  </a:lnTo>
                  <a:close/>
                </a:path>
              </a:pathLst>
            </a:custGeom>
            <a:noFill/>
            <a:ln w="3928">
              <a:solidFill>
                <a:srgbClr val="F3F7F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4900592" y="1494123"/>
              <a:ext cx="787374" cy="794733"/>
            </a:xfrm>
            <a:custGeom>
              <a:avLst/>
              <a:gdLst/>
              <a:ahLst/>
              <a:cxnLst/>
              <a:rect l="0" t="0" r="0" b="0"/>
              <a:pathLst>
                <a:path w="787374" h="794733">
                  <a:moveTo>
                    <a:pt x="220050" y="206521"/>
                  </a:moveTo>
                  <a:cubicBezTo>
                    <a:pt x="372956" y="294802"/>
                    <a:pt x="499931" y="421777"/>
                    <a:pt x="588212" y="574684"/>
                  </a:cubicBezTo>
                  <a:lnTo>
                    <a:pt x="207075" y="794733"/>
                  </a:lnTo>
                  <a:cubicBezTo>
                    <a:pt x="157421" y="708730"/>
                    <a:pt x="86003" y="637312"/>
                    <a:pt x="0" y="587658"/>
                  </a:cubicBezTo>
                  <a:lnTo>
                    <a:pt x="220050" y="206521"/>
                  </a:lnTo>
                  <a:close/>
                  <a:moveTo>
                    <a:pt x="611891" y="266700"/>
                  </a:moveTo>
                  <a:cubicBezTo>
                    <a:pt x="606104" y="266700"/>
                    <a:pt x="601413" y="262009"/>
                    <a:pt x="601413" y="256222"/>
                  </a:cubicBezTo>
                  <a:lnTo>
                    <a:pt x="601413" y="10477"/>
                  </a:lnTo>
                  <a:cubicBezTo>
                    <a:pt x="601413" y="4690"/>
                    <a:pt x="606104" y="0"/>
                    <a:pt x="611891" y="0"/>
                  </a:cubicBezTo>
                  <a:lnTo>
                    <a:pt x="776897" y="0"/>
                  </a:lnTo>
                  <a:cubicBezTo>
                    <a:pt x="782683" y="0"/>
                    <a:pt x="787374" y="4690"/>
                    <a:pt x="787374" y="10477"/>
                  </a:cubicBezTo>
                  <a:lnTo>
                    <a:pt x="787374" y="41872"/>
                  </a:lnTo>
                  <a:cubicBezTo>
                    <a:pt x="787374" y="47659"/>
                    <a:pt x="782683" y="52350"/>
                    <a:pt x="776897" y="52350"/>
                  </a:cubicBezTo>
                  <a:lnTo>
                    <a:pt x="665875" y="52350"/>
                  </a:lnTo>
                  <a:lnTo>
                    <a:pt x="665875" y="107044"/>
                  </a:lnTo>
                  <a:lnTo>
                    <a:pt x="767390" y="107044"/>
                  </a:lnTo>
                  <a:cubicBezTo>
                    <a:pt x="773177" y="107044"/>
                    <a:pt x="777868" y="111735"/>
                    <a:pt x="777868" y="117521"/>
                  </a:cubicBezTo>
                  <a:lnTo>
                    <a:pt x="777868" y="149047"/>
                  </a:lnTo>
                  <a:cubicBezTo>
                    <a:pt x="777868" y="154834"/>
                    <a:pt x="773177" y="159525"/>
                    <a:pt x="767390" y="159525"/>
                  </a:cubicBezTo>
                  <a:lnTo>
                    <a:pt x="665875" y="159525"/>
                  </a:lnTo>
                  <a:lnTo>
                    <a:pt x="665875" y="214349"/>
                  </a:lnTo>
                  <a:lnTo>
                    <a:pt x="776897" y="214349"/>
                  </a:lnTo>
                  <a:cubicBezTo>
                    <a:pt x="782683" y="214349"/>
                    <a:pt x="787374" y="219040"/>
                    <a:pt x="787374" y="224827"/>
                  </a:cubicBezTo>
                  <a:lnTo>
                    <a:pt x="787374" y="256222"/>
                  </a:lnTo>
                  <a:cubicBezTo>
                    <a:pt x="787374" y="262009"/>
                    <a:pt x="782683" y="266700"/>
                    <a:pt x="776897" y="266700"/>
                  </a:cubicBezTo>
                  <a:lnTo>
                    <a:pt x="611891" y="266700"/>
                  </a:lnTo>
                  <a:close/>
                </a:path>
              </a:pathLst>
            </a:custGeom>
            <a:noFill/>
            <a:ln w="3928">
              <a:solidFill>
                <a:srgbClr val="F3F7F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4617720" y="937260"/>
            <a:ext cx="817244" cy="1144543"/>
            <a:chOff x="4617720" y="937260"/>
            <a:chExt cx="817244" cy="1144543"/>
          </a:xfrm>
        </p:grpSpPr>
        <p:sp>
          <p:nvSpPr>
            <p:cNvPr id="32" name="Rounded Rectangle 31"/>
            <p:cNvSpPr/>
            <p:nvPr/>
          </p:nvSpPr>
          <p:spPr>
            <a:xfrm>
              <a:off x="4617720" y="937260"/>
              <a:ext cx="817244" cy="708974"/>
            </a:xfrm>
            <a:custGeom>
              <a:avLst/>
              <a:gdLst/>
              <a:ahLst/>
              <a:cxnLst/>
              <a:rect l="0" t="0" r="0" b="0"/>
              <a:pathLst>
                <a:path w="817244" h="708974">
                  <a:moveTo>
                    <a:pt x="0" y="0"/>
                  </a:moveTo>
                  <a:cubicBezTo>
                    <a:pt x="286912" y="0"/>
                    <a:pt x="568766" y="75523"/>
                    <a:pt x="817244" y="218979"/>
                  </a:cubicBezTo>
                  <a:lnTo>
                    <a:pt x="534342" y="708974"/>
                  </a:lnTo>
                  <a:cubicBezTo>
                    <a:pt x="371884" y="615172"/>
                    <a:pt x="187594" y="565794"/>
                    <a:pt x="0" y="565794"/>
                  </a:cubicBezTo>
                  <a:lnTo>
                    <a:pt x="0" y="0"/>
                  </a:lnTo>
                </a:path>
              </a:pathLst>
            </a:custGeom>
            <a:solidFill>
              <a:srgbClr val="C1D8D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4617720" y="1565910"/>
              <a:ext cx="502919" cy="515893"/>
            </a:xfrm>
            <a:custGeom>
              <a:avLst/>
              <a:gdLst/>
              <a:ahLst/>
              <a:cxnLst/>
              <a:rect l="0" t="0" r="0" b="0"/>
              <a:pathLst>
                <a:path w="502919" h="515893">
                  <a:moveTo>
                    <a:pt x="0" y="0"/>
                  </a:moveTo>
                  <a:cubicBezTo>
                    <a:pt x="176564" y="0"/>
                    <a:pt x="350015" y="46472"/>
                    <a:pt x="502919" y="134759"/>
                  </a:cubicBezTo>
                  <a:lnTo>
                    <a:pt x="282873" y="515893"/>
                  </a:lnTo>
                  <a:cubicBezTo>
                    <a:pt x="196862" y="466239"/>
                    <a:pt x="99307" y="440102"/>
                    <a:pt x="0" y="440102"/>
                  </a:cubicBezTo>
                  <a:lnTo>
                    <a:pt x="0" y="0"/>
                  </a:lnTo>
                </a:path>
              </a:pathLst>
            </a:custGeom>
            <a:solidFill>
              <a:srgbClr val="C1D8D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4617719" y="937260"/>
            <a:ext cx="817245" cy="1144543"/>
            <a:chOff x="4617719" y="937260"/>
            <a:chExt cx="817245" cy="1144543"/>
          </a:xfrm>
        </p:grpSpPr>
        <p:sp>
          <p:nvSpPr>
            <p:cNvPr id="35" name="Rounded Rectangle 34"/>
            <p:cNvSpPr/>
            <p:nvPr/>
          </p:nvSpPr>
          <p:spPr>
            <a:xfrm>
              <a:off x="4617719" y="937260"/>
              <a:ext cx="817245" cy="708972"/>
            </a:xfrm>
            <a:custGeom>
              <a:avLst/>
              <a:gdLst/>
              <a:ahLst/>
              <a:cxnLst/>
              <a:rect l="0" t="0" r="0" b="0"/>
              <a:pathLst>
                <a:path w="817245" h="708972">
                  <a:moveTo>
                    <a:pt x="0" y="0"/>
                  </a:moveTo>
                  <a:cubicBezTo>
                    <a:pt x="286912" y="0"/>
                    <a:pt x="568771" y="75523"/>
                    <a:pt x="817245" y="218980"/>
                  </a:cubicBezTo>
                  <a:lnTo>
                    <a:pt x="534347" y="708972"/>
                  </a:lnTo>
                  <a:cubicBezTo>
                    <a:pt x="371885" y="615174"/>
                    <a:pt x="187595" y="565793"/>
                    <a:pt x="0" y="565793"/>
                  </a:cubicBezTo>
                  <a:lnTo>
                    <a:pt x="0" y="0"/>
                  </a:lnTo>
                  <a:close/>
                </a:path>
              </a:pathLst>
            </a:custGeom>
            <a:noFill/>
            <a:ln w="3928">
              <a:solidFill>
                <a:srgbClr val="F3F7F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" name="Rounded Rectangle 35"/>
            <p:cNvSpPr/>
            <p:nvPr/>
          </p:nvSpPr>
          <p:spPr>
            <a:xfrm>
              <a:off x="4617719" y="1159088"/>
              <a:ext cx="502920" cy="922715"/>
            </a:xfrm>
            <a:custGeom>
              <a:avLst/>
              <a:gdLst/>
              <a:ahLst/>
              <a:cxnLst/>
              <a:rect l="0" t="0" r="0" b="0"/>
              <a:pathLst>
                <a:path w="502920" h="922715">
                  <a:moveTo>
                    <a:pt x="0" y="406821"/>
                  </a:moveTo>
                  <a:cubicBezTo>
                    <a:pt x="176561" y="406821"/>
                    <a:pt x="350012" y="453297"/>
                    <a:pt x="502920" y="541578"/>
                  </a:cubicBezTo>
                  <a:lnTo>
                    <a:pt x="282869" y="922715"/>
                  </a:lnTo>
                  <a:cubicBezTo>
                    <a:pt x="196866" y="873062"/>
                    <a:pt x="99308" y="846921"/>
                    <a:pt x="0" y="846921"/>
                  </a:cubicBezTo>
                  <a:lnTo>
                    <a:pt x="0" y="406821"/>
                  </a:lnTo>
                  <a:close/>
                  <a:moveTo>
                    <a:pt x="339347" y="0"/>
                  </a:moveTo>
                  <a:cubicBezTo>
                    <a:pt x="359313" y="0"/>
                    <a:pt x="376546" y="3907"/>
                    <a:pt x="391043" y="11720"/>
                  </a:cubicBezTo>
                  <a:cubicBezTo>
                    <a:pt x="405629" y="19447"/>
                    <a:pt x="416873" y="30255"/>
                    <a:pt x="424773" y="44145"/>
                  </a:cubicBezTo>
                  <a:cubicBezTo>
                    <a:pt x="432673" y="57948"/>
                    <a:pt x="436622" y="74010"/>
                    <a:pt x="436622" y="92327"/>
                  </a:cubicBezTo>
                  <a:cubicBezTo>
                    <a:pt x="436622" y="110733"/>
                    <a:pt x="432586" y="126839"/>
                    <a:pt x="424512" y="140643"/>
                  </a:cubicBezTo>
                  <a:cubicBezTo>
                    <a:pt x="416525" y="154359"/>
                    <a:pt x="405106" y="164993"/>
                    <a:pt x="390261" y="172546"/>
                  </a:cubicBezTo>
                  <a:cubicBezTo>
                    <a:pt x="375416" y="180098"/>
                    <a:pt x="357793" y="183878"/>
                    <a:pt x="337392" y="183878"/>
                  </a:cubicBezTo>
                  <a:lnTo>
                    <a:pt x="293636" y="183878"/>
                  </a:lnTo>
                  <a:lnTo>
                    <a:pt x="293636" y="256223"/>
                  </a:lnTo>
                  <a:cubicBezTo>
                    <a:pt x="293636" y="262009"/>
                    <a:pt x="288945" y="266700"/>
                    <a:pt x="283158" y="266700"/>
                  </a:cubicBezTo>
                  <a:lnTo>
                    <a:pt x="239652" y="266700"/>
                  </a:lnTo>
                  <a:cubicBezTo>
                    <a:pt x="233865" y="266700"/>
                    <a:pt x="229174" y="262009"/>
                    <a:pt x="229174" y="256223"/>
                  </a:cubicBezTo>
                  <a:lnTo>
                    <a:pt x="229174" y="10477"/>
                  </a:lnTo>
                  <a:cubicBezTo>
                    <a:pt x="229174" y="4690"/>
                    <a:pt x="233865" y="0"/>
                    <a:pt x="239652" y="0"/>
                  </a:cubicBezTo>
                  <a:lnTo>
                    <a:pt x="339347" y="0"/>
                  </a:lnTo>
                  <a:close/>
                  <a:moveTo>
                    <a:pt x="293636" y="133086"/>
                  </a:moveTo>
                  <a:lnTo>
                    <a:pt x="325411" y="133086"/>
                  </a:lnTo>
                  <a:cubicBezTo>
                    <a:pt x="335134" y="133086"/>
                    <a:pt x="343252" y="131397"/>
                    <a:pt x="349763" y="128011"/>
                  </a:cubicBezTo>
                  <a:cubicBezTo>
                    <a:pt x="356361" y="124626"/>
                    <a:pt x="361351" y="119891"/>
                    <a:pt x="364738" y="113814"/>
                  </a:cubicBezTo>
                  <a:cubicBezTo>
                    <a:pt x="368123" y="107651"/>
                    <a:pt x="369818" y="100488"/>
                    <a:pt x="369818" y="92327"/>
                  </a:cubicBezTo>
                  <a:cubicBezTo>
                    <a:pt x="369818" y="84080"/>
                    <a:pt x="368123" y="76958"/>
                    <a:pt x="364738" y="70968"/>
                  </a:cubicBezTo>
                  <a:cubicBezTo>
                    <a:pt x="361352" y="64892"/>
                    <a:pt x="356360" y="60203"/>
                    <a:pt x="349763" y="56904"/>
                  </a:cubicBezTo>
                  <a:cubicBezTo>
                    <a:pt x="343165" y="53606"/>
                    <a:pt x="335047" y="51957"/>
                    <a:pt x="325411" y="51957"/>
                  </a:cubicBezTo>
                  <a:lnTo>
                    <a:pt x="293636" y="51957"/>
                  </a:lnTo>
                  <a:lnTo>
                    <a:pt x="293636" y="133086"/>
                  </a:lnTo>
                  <a:close/>
                </a:path>
              </a:pathLst>
            </a:custGeom>
            <a:noFill/>
            <a:ln w="3928">
              <a:solidFill>
                <a:srgbClr val="F3F7F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38" name="Rounded Rectangle 37"/>
          <p:cNvSpPr/>
          <p:nvPr/>
        </p:nvSpPr>
        <p:spPr>
          <a:xfrm>
            <a:off x="4701539" y="3187303"/>
            <a:ext cx="251459" cy="235743"/>
          </a:xfrm>
          <a:custGeom>
            <a:avLst/>
            <a:gdLst/>
            <a:ahLst/>
            <a:cxnLst/>
            <a:rect l="0" t="0" r="0" b="0"/>
            <a:pathLst>
              <a:path w="251459" h="235743">
                <a:moveTo>
                  <a:pt x="251459" y="129292"/>
                </a:moveTo>
                <a:cubicBezTo>
                  <a:pt x="251450" y="127873"/>
                  <a:pt x="251126" y="126482"/>
                  <a:pt x="250517" y="125206"/>
                </a:cubicBezTo>
                <a:lnTo>
                  <a:pt x="221808" y="60455"/>
                </a:lnTo>
                <a:cubicBezTo>
                  <a:pt x="221503" y="59778"/>
                  <a:pt x="221503" y="59007"/>
                  <a:pt x="221799" y="58321"/>
                </a:cubicBezTo>
                <a:cubicBezTo>
                  <a:pt x="222103" y="57645"/>
                  <a:pt x="222675" y="57121"/>
                  <a:pt x="223380" y="56892"/>
                </a:cubicBezTo>
                <a:cubicBezTo>
                  <a:pt x="228285" y="55283"/>
                  <a:pt x="231286" y="50339"/>
                  <a:pt x="230447" y="45243"/>
                </a:cubicBezTo>
                <a:cubicBezTo>
                  <a:pt x="229609" y="40147"/>
                  <a:pt x="225190" y="36423"/>
                  <a:pt x="220027" y="36461"/>
                </a:cubicBezTo>
                <a:lnTo>
                  <a:pt x="138826" y="36461"/>
                </a:lnTo>
                <a:cubicBezTo>
                  <a:pt x="137455" y="36461"/>
                  <a:pt x="136312" y="35413"/>
                  <a:pt x="136207" y="34051"/>
                </a:cubicBezTo>
                <a:lnTo>
                  <a:pt x="136207" y="10477"/>
                </a:lnTo>
                <a:cubicBezTo>
                  <a:pt x="136207" y="4686"/>
                  <a:pt x="131521" y="0"/>
                  <a:pt x="125729" y="0"/>
                </a:cubicBezTo>
                <a:cubicBezTo>
                  <a:pt x="119938" y="0"/>
                  <a:pt x="115252" y="4686"/>
                  <a:pt x="115252" y="10477"/>
                </a:cubicBezTo>
                <a:lnTo>
                  <a:pt x="115252" y="34051"/>
                </a:lnTo>
                <a:cubicBezTo>
                  <a:pt x="115252" y="35499"/>
                  <a:pt x="114080" y="36671"/>
                  <a:pt x="112633" y="36671"/>
                </a:cubicBezTo>
                <a:lnTo>
                  <a:pt x="31432" y="36671"/>
                </a:lnTo>
                <a:cubicBezTo>
                  <a:pt x="26269" y="36633"/>
                  <a:pt x="21850" y="40357"/>
                  <a:pt x="21012" y="45453"/>
                </a:cubicBezTo>
                <a:cubicBezTo>
                  <a:pt x="20173" y="50549"/>
                  <a:pt x="23174" y="55492"/>
                  <a:pt x="28079" y="57102"/>
                </a:cubicBezTo>
                <a:cubicBezTo>
                  <a:pt x="28822" y="57283"/>
                  <a:pt x="29422" y="57835"/>
                  <a:pt x="29651" y="58569"/>
                </a:cubicBezTo>
                <a:cubicBezTo>
                  <a:pt x="29975" y="59226"/>
                  <a:pt x="29975" y="60007"/>
                  <a:pt x="29651" y="60664"/>
                </a:cubicBezTo>
                <a:lnTo>
                  <a:pt x="942" y="125206"/>
                </a:lnTo>
                <a:cubicBezTo>
                  <a:pt x="333" y="126482"/>
                  <a:pt x="9" y="127873"/>
                  <a:pt x="0" y="129292"/>
                </a:cubicBezTo>
                <a:cubicBezTo>
                  <a:pt x="0" y="155333"/>
                  <a:pt x="21107" y="176441"/>
                  <a:pt x="47148" y="176441"/>
                </a:cubicBezTo>
                <a:cubicBezTo>
                  <a:pt x="73190" y="176441"/>
                  <a:pt x="94297" y="155333"/>
                  <a:pt x="94297" y="129292"/>
                </a:cubicBezTo>
                <a:cubicBezTo>
                  <a:pt x="94221" y="127844"/>
                  <a:pt x="93868" y="126415"/>
                  <a:pt x="93249" y="125101"/>
                </a:cubicBezTo>
                <a:lnTo>
                  <a:pt x="64855" y="61083"/>
                </a:lnTo>
                <a:cubicBezTo>
                  <a:pt x="64446" y="60293"/>
                  <a:pt x="64446" y="59359"/>
                  <a:pt x="64855" y="58569"/>
                </a:cubicBezTo>
                <a:cubicBezTo>
                  <a:pt x="65360" y="57854"/>
                  <a:pt x="66179" y="57426"/>
                  <a:pt x="67056" y="57416"/>
                </a:cubicBezTo>
                <a:lnTo>
                  <a:pt x="112423" y="57416"/>
                </a:lnTo>
                <a:cubicBezTo>
                  <a:pt x="113871" y="57416"/>
                  <a:pt x="115042" y="58588"/>
                  <a:pt x="115042" y="60036"/>
                </a:cubicBezTo>
                <a:lnTo>
                  <a:pt x="115042" y="212169"/>
                </a:lnTo>
                <a:cubicBezTo>
                  <a:pt x="115042" y="213617"/>
                  <a:pt x="113871" y="214788"/>
                  <a:pt x="112423" y="214788"/>
                </a:cubicBezTo>
                <a:lnTo>
                  <a:pt x="95135" y="214788"/>
                </a:lnTo>
                <a:cubicBezTo>
                  <a:pt x="89344" y="214788"/>
                  <a:pt x="84658" y="219475"/>
                  <a:pt x="84658" y="225266"/>
                </a:cubicBezTo>
                <a:cubicBezTo>
                  <a:pt x="84658" y="231057"/>
                  <a:pt x="89344" y="235743"/>
                  <a:pt x="95135" y="235743"/>
                </a:cubicBezTo>
                <a:lnTo>
                  <a:pt x="156009" y="235743"/>
                </a:lnTo>
                <a:cubicBezTo>
                  <a:pt x="161801" y="235743"/>
                  <a:pt x="166487" y="231057"/>
                  <a:pt x="166487" y="225266"/>
                </a:cubicBezTo>
                <a:cubicBezTo>
                  <a:pt x="166487" y="219475"/>
                  <a:pt x="161801" y="214788"/>
                  <a:pt x="156009" y="214788"/>
                </a:cubicBezTo>
                <a:lnTo>
                  <a:pt x="138826" y="214788"/>
                </a:lnTo>
                <a:cubicBezTo>
                  <a:pt x="137379" y="214788"/>
                  <a:pt x="136207" y="213617"/>
                  <a:pt x="136207" y="212169"/>
                </a:cubicBezTo>
                <a:lnTo>
                  <a:pt x="136207" y="60036"/>
                </a:lnTo>
                <a:cubicBezTo>
                  <a:pt x="136207" y="58588"/>
                  <a:pt x="137379" y="57416"/>
                  <a:pt x="138826" y="57416"/>
                </a:cubicBezTo>
                <a:lnTo>
                  <a:pt x="184194" y="57416"/>
                </a:lnTo>
                <a:cubicBezTo>
                  <a:pt x="185070" y="57426"/>
                  <a:pt x="185889" y="57854"/>
                  <a:pt x="186394" y="58569"/>
                </a:cubicBezTo>
                <a:cubicBezTo>
                  <a:pt x="186804" y="59359"/>
                  <a:pt x="186804" y="60293"/>
                  <a:pt x="186394" y="61083"/>
                </a:cubicBezTo>
                <a:lnTo>
                  <a:pt x="158210" y="125206"/>
                </a:lnTo>
                <a:cubicBezTo>
                  <a:pt x="157591" y="126520"/>
                  <a:pt x="157238" y="127949"/>
                  <a:pt x="157162" y="129397"/>
                </a:cubicBezTo>
                <a:cubicBezTo>
                  <a:pt x="157162" y="155438"/>
                  <a:pt x="178269" y="176545"/>
                  <a:pt x="204311" y="176545"/>
                </a:cubicBezTo>
                <a:cubicBezTo>
                  <a:pt x="230352" y="176545"/>
                  <a:pt x="251459" y="155438"/>
                  <a:pt x="251459" y="129397"/>
                </a:cubicBezTo>
                <a:moveTo>
                  <a:pt x="29441" y="121538"/>
                </a:moveTo>
                <a:cubicBezTo>
                  <a:pt x="28565" y="121529"/>
                  <a:pt x="27746" y="121100"/>
                  <a:pt x="27241" y="120386"/>
                </a:cubicBezTo>
                <a:cubicBezTo>
                  <a:pt x="26879" y="119586"/>
                  <a:pt x="26879" y="118671"/>
                  <a:pt x="27241" y="117871"/>
                </a:cubicBezTo>
                <a:lnTo>
                  <a:pt x="44738" y="78162"/>
                </a:lnTo>
                <a:cubicBezTo>
                  <a:pt x="45148" y="77200"/>
                  <a:pt x="46100" y="76571"/>
                  <a:pt x="47148" y="76571"/>
                </a:cubicBezTo>
                <a:cubicBezTo>
                  <a:pt x="48196" y="76571"/>
                  <a:pt x="49149" y="77200"/>
                  <a:pt x="49558" y="78162"/>
                </a:cubicBezTo>
                <a:lnTo>
                  <a:pt x="67160" y="117871"/>
                </a:lnTo>
                <a:cubicBezTo>
                  <a:pt x="67522" y="118671"/>
                  <a:pt x="67522" y="119586"/>
                  <a:pt x="67160" y="120386"/>
                </a:cubicBezTo>
                <a:cubicBezTo>
                  <a:pt x="66655" y="121100"/>
                  <a:pt x="65836" y="121529"/>
                  <a:pt x="64960" y="121538"/>
                </a:cubicBezTo>
                <a:lnTo>
                  <a:pt x="29441" y="121538"/>
                </a:lnTo>
                <a:moveTo>
                  <a:pt x="186604" y="121538"/>
                </a:moveTo>
                <a:cubicBezTo>
                  <a:pt x="185727" y="121529"/>
                  <a:pt x="184908" y="121100"/>
                  <a:pt x="184404" y="120386"/>
                </a:cubicBezTo>
                <a:cubicBezTo>
                  <a:pt x="184042" y="119586"/>
                  <a:pt x="184042" y="118671"/>
                  <a:pt x="184404" y="117871"/>
                </a:cubicBezTo>
                <a:lnTo>
                  <a:pt x="202006" y="78162"/>
                </a:lnTo>
                <a:cubicBezTo>
                  <a:pt x="202415" y="77200"/>
                  <a:pt x="203368" y="76571"/>
                  <a:pt x="204416" y="76571"/>
                </a:cubicBezTo>
                <a:cubicBezTo>
                  <a:pt x="205463" y="76571"/>
                  <a:pt x="206416" y="77200"/>
                  <a:pt x="206825" y="78162"/>
                </a:cubicBezTo>
                <a:lnTo>
                  <a:pt x="224428" y="117871"/>
                </a:lnTo>
                <a:cubicBezTo>
                  <a:pt x="224790" y="118671"/>
                  <a:pt x="224790" y="119586"/>
                  <a:pt x="224428" y="120386"/>
                </a:cubicBezTo>
                <a:cubicBezTo>
                  <a:pt x="223923" y="121100"/>
                  <a:pt x="223104" y="121529"/>
                  <a:pt x="222227" y="121538"/>
                </a:cubicBezTo>
                <a:lnTo>
                  <a:pt x="186604" y="121538"/>
                </a:lnTo>
              </a:path>
            </a:pathLst>
          </a:custGeom>
          <a:solidFill>
            <a:srgbClr val="2240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5078224" y="2990335"/>
            <a:ext cx="251964" cy="251974"/>
          </a:xfrm>
          <a:custGeom>
            <a:avLst/>
            <a:gdLst/>
            <a:ahLst/>
            <a:cxnLst/>
            <a:rect l="0" t="0" r="0" b="0"/>
            <a:pathLst>
              <a:path w="251964" h="251974">
                <a:moveTo>
                  <a:pt x="213302" y="120481"/>
                </a:moveTo>
                <a:cubicBezTo>
                  <a:pt x="211331" y="117757"/>
                  <a:pt x="208178" y="116147"/>
                  <a:pt x="204816" y="116147"/>
                </a:cubicBezTo>
                <a:cubicBezTo>
                  <a:pt x="201453" y="116147"/>
                  <a:pt x="198300" y="117757"/>
                  <a:pt x="196329" y="120481"/>
                </a:cubicBezTo>
                <a:cubicBezTo>
                  <a:pt x="187318" y="134835"/>
                  <a:pt x="157667" y="183346"/>
                  <a:pt x="157667" y="204825"/>
                </a:cubicBezTo>
                <a:cubicBezTo>
                  <a:pt x="157667" y="230866"/>
                  <a:pt x="178774" y="251974"/>
                  <a:pt x="204816" y="251974"/>
                </a:cubicBezTo>
                <a:cubicBezTo>
                  <a:pt x="230857" y="251974"/>
                  <a:pt x="251964" y="230866"/>
                  <a:pt x="251964" y="204825"/>
                </a:cubicBezTo>
                <a:cubicBezTo>
                  <a:pt x="251964" y="183346"/>
                  <a:pt x="222313" y="134835"/>
                  <a:pt x="213302" y="120481"/>
                </a:cubicBezTo>
                <a:moveTo>
                  <a:pt x="210054" y="228819"/>
                </a:moveTo>
                <a:cubicBezTo>
                  <a:pt x="202339" y="228819"/>
                  <a:pt x="194948" y="225723"/>
                  <a:pt x="189528" y="220227"/>
                </a:cubicBezTo>
                <a:cubicBezTo>
                  <a:pt x="184118" y="214741"/>
                  <a:pt x="181127" y="207302"/>
                  <a:pt x="181241" y="199586"/>
                </a:cubicBezTo>
                <a:cubicBezTo>
                  <a:pt x="181241" y="196691"/>
                  <a:pt x="183584" y="194348"/>
                  <a:pt x="186480" y="194348"/>
                </a:cubicBezTo>
                <a:cubicBezTo>
                  <a:pt x="189376" y="194348"/>
                  <a:pt x="191719" y="196691"/>
                  <a:pt x="191719" y="199586"/>
                </a:cubicBezTo>
                <a:cubicBezTo>
                  <a:pt x="191604" y="204520"/>
                  <a:pt x="193490" y="209292"/>
                  <a:pt x="196938" y="212826"/>
                </a:cubicBezTo>
                <a:cubicBezTo>
                  <a:pt x="200386" y="216350"/>
                  <a:pt x="205120" y="218341"/>
                  <a:pt x="210054" y="218341"/>
                </a:cubicBezTo>
                <a:cubicBezTo>
                  <a:pt x="212950" y="218341"/>
                  <a:pt x="215293" y="220684"/>
                  <a:pt x="215293" y="223580"/>
                </a:cubicBezTo>
                <a:cubicBezTo>
                  <a:pt x="215293" y="226475"/>
                  <a:pt x="212950" y="228819"/>
                  <a:pt x="210054" y="228819"/>
                </a:cubicBezTo>
                <a:moveTo>
                  <a:pt x="200415" y="8162"/>
                </a:moveTo>
                <a:cubicBezTo>
                  <a:pt x="199920" y="5076"/>
                  <a:pt x="197881" y="2466"/>
                  <a:pt x="195014" y="1238"/>
                </a:cubicBezTo>
                <a:cubicBezTo>
                  <a:pt x="192147" y="0"/>
                  <a:pt x="188852" y="323"/>
                  <a:pt x="186270" y="2085"/>
                </a:cubicBezTo>
                <a:cubicBezTo>
                  <a:pt x="168725" y="12820"/>
                  <a:pt x="148351" y="18002"/>
                  <a:pt x="127806" y="16964"/>
                </a:cubicBezTo>
                <a:cubicBezTo>
                  <a:pt x="79505" y="16964"/>
                  <a:pt x="59178" y="36766"/>
                  <a:pt x="58969" y="37185"/>
                </a:cubicBezTo>
                <a:cubicBezTo>
                  <a:pt x="42719" y="49158"/>
                  <a:pt x="33118" y="68132"/>
                  <a:pt x="33089" y="88315"/>
                </a:cubicBezTo>
                <a:cubicBezTo>
                  <a:pt x="33099" y="91154"/>
                  <a:pt x="33270" y="93983"/>
                  <a:pt x="33613" y="96802"/>
                </a:cubicBezTo>
                <a:cubicBezTo>
                  <a:pt x="33870" y="98526"/>
                  <a:pt x="33242" y="100260"/>
                  <a:pt x="31937" y="101412"/>
                </a:cubicBezTo>
                <a:cubicBezTo>
                  <a:pt x="19888" y="111890"/>
                  <a:pt x="10982" y="122367"/>
                  <a:pt x="3438" y="128549"/>
                </a:cubicBezTo>
                <a:cubicBezTo>
                  <a:pt x="457" y="131254"/>
                  <a:pt x="0" y="135778"/>
                  <a:pt x="2390" y="139026"/>
                </a:cubicBezTo>
                <a:cubicBezTo>
                  <a:pt x="5191" y="142341"/>
                  <a:pt x="10125" y="142808"/>
                  <a:pt x="13496" y="140074"/>
                </a:cubicBezTo>
                <a:cubicBezTo>
                  <a:pt x="33508" y="123729"/>
                  <a:pt x="54149" y="91668"/>
                  <a:pt x="115757" y="70399"/>
                </a:cubicBezTo>
                <a:cubicBezTo>
                  <a:pt x="119862" y="68980"/>
                  <a:pt x="124348" y="71161"/>
                  <a:pt x="125758" y="75276"/>
                </a:cubicBezTo>
                <a:cubicBezTo>
                  <a:pt x="127177" y="79381"/>
                  <a:pt x="124996" y="83858"/>
                  <a:pt x="120891" y="85277"/>
                </a:cubicBezTo>
                <a:cubicBezTo>
                  <a:pt x="95164" y="93868"/>
                  <a:pt x="71551" y="107832"/>
                  <a:pt x="51635" y="126244"/>
                </a:cubicBezTo>
                <a:cubicBezTo>
                  <a:pt x="49625" y="128320"/>
                  <a:pt x="49625" y="131606"/>
                  <a:pt x="51635" y="133683"/>
                </a:cubicBezTo>
                <a:cubicBezTo>
                  <a:pt x="63560" y="145751"/>
                  <a:pt x="79829" y="152542"/>
                  <a:pt x="96793" y="152542"/>
                </a:cubicBezTo>
                <a:cubicBezTo>
                  <a:pt x="116566" y="152076"/>
                  <a:pt x="135750" y="145732"/>
                  <a:pt x="151904" y="134312"/>
                </a:cubicBezTo>
                <a:cubicBezTo>
                  <a:pt x="210054" y="94811"/>
                  <a:pt x="203768" y="27755"/>
                  <a:pt x="200415" y="8162"/>
                </a:cubicBezTo>
              </a:path>
            </a:pathLst>
          </a:custGeom>
          <a:solidFill>
            <a:srgbClr val="2240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4701539" y="1671313"/>
            <a:ext cx="245887" cy="250193"/>
          </a:xfrm>
          <a:custGeom>
            <a:avLst/>
            <a:gdLst/>
            <a:ahLst/>
            <a:cxnLst/>
            <a:rect l="0" t="0" r="0" b="0"/>
            <a:pathLst>
              <a:path w="245887" h="250193">
                <a:moveTo>
                  <a:pt x="122939" y="9"/>
                </a:moveTo>
                <a:cubicBezTo>
                  <a:pt x="117157" y="9"/>
                  <a:pt x="112461" y="4705"/>
                  <a:pt x="112461" y="10487"/>
                </a:cubicBezTo>
                <a:lnTo>
                  <a:pt x="112461" y="66532"/>
                </a:lnTo>
                <a:cubicBezTo>
                  <a:pt x="86258" y="70713"/>
                  <a:pt x="65008" y="90020"/>
                  <a:pt x="58340" y="115709"/>
                </a:cubicBezTo>
                <a:lnTo>
                  <a:pt x="50111" y="115709"/>
                </a:lnTo>
                <a:cubicBezTo>
                  <a:pt x="44329" y="115709"/>
                  <a:pt x="39633" y="120405"/>
                  <a:pt x="39633" y="126187"/>
                </a:cubicBezTo>
                <a:cubicBezTo>
                  <a:pt x="39633" y="131978"/>
                  <a:pt x="44329" y="136664"/>
                  <a:pt x="50111" y="136664"/>
                </a:cubicBezTo>
                <a:lnTo>
                  <a:pt x="56226" y="136664"/>
                </a:lnTo>
                <a:lnTo>
                  <a:pt x="56226" y="250193"/>
                </a:lnTo>
                <a:lnTo>
                  <a:pt x="96793" y="250193"/>
                </a:lnTo>
                <a:lnTo>
                  <a:pt x="96793" y="201787"/>
                </a:lnTo>
                <a:cubicBezTo>
                  <a:pt x="96793" y="187347"/>
                  <a:pt x="108499" y="175640"/>
                  <a:pt x="122939" y="175640"/>
                </a:cubicBezTo>
                <a:cubicBezTo>
                  <a:pt x="137388" y="175640"/>
                  <a:pt x="149094" y="187347"/>
                  <a:pt x="149094" y="201787"/>
                </a:cubicBezTo>
                <a:lnTo>
                  <a:pt x="149094" y="250193"/>
                </a:lnTo>
                <a:lnTo>
                  <a:pt x="189661" y="250193"/>
                </a:lnTo>
                <a:lnTo>
                  <a:pt x="189661" y="136664"/>
                </a:lnTo>
                <a:lnTo>
                  <a:pt x="195767" y="136664"/>
                </a:lnTo>
                <a:cubicBezTo>
                  <a:pt x="201558" y="136664"/>
                  <a:pt x="206244" y="131978"/>
                  <a:pt x="206244" y="126187"/>
                </a:cubicBezTo>
                <a:cubicBezTo>
                  <a:pt x="206244" y="120405"/>
                  <a:pt x="201558" y="115709"/>
                  <a:pt x="195767" y="115709"/>
                </a:cubicBezTo>
                <a:lnTo>
                  <a:pt x="187556" y="115709"/>
                </a:lnTo>
                <a:cubicBezTo>
                  <a:pt x="180889" y="90020"/>
                  <a:pt x="159638" y="70713"/>
                  <a:pt x="133416" y="66532"/>
                </a:cubicBezTo>
                <a:lnTo>
                  <a:pt x="133416" y="51025"/>
                </a:lnTo>
                <a:lnTo>
                  <a:pt x="163677" y="51025"/>
                </a:lnTo>
                <a:cubicBezTo>
                  <a:pt x="169468" y="51025"/>
                  <a:pt x="174155" y="46339"/>
                  <a:pt x="174155" y="40547"/>
                </a:cubicBezTo>
                <a:lnTo>
                  <a:pt x="174155" y="10477"/>
                </a:lnTo>
                <a:cubicBezTo>
                  <a:pt x="174155" y="4686"/>
                  <a:pt x="169468" y="0"/>
                  <a:pt x="163677" y="0"/>
                </a:cubicBezTo>
                <a:lnTo>
                  <a:pt x="122939" y="0"/>
                </a:lnTo>
                <a:moveTo>
                  <a:pt x="205378" y="249088"/>
                </a:moveTo>
                <a:lnTo>
                  <a:pt x="238029" y="249088"/>
                </a:lnTo>
                <a:cubicBezTo>
                  <a:pt x="242363" y="249088"/>
                  <a:pt x="245887" y="245573"/>
                  <a:pt x="245887" y="241230"/>
                </a:cubicBezTo>
                <a:lnTo>
                  <a:pt x="245887" y="166839"/>
                </a:lnTo>
                <a:cubicBezTo>
                  <a:pt x="245887" y="162506"/>
                  <a:pt x="242363" y="158981"/>
                  <a:pt x="238029" y="158981"/>
                </a:cubicBezTo>
                <a:lnTo>
                  <a:pt x="205378" y="158981"/>
                </a:lnTo>
                <a:lnTo>
                  <a:pt x="205378" y="249088"/>
                </a:lnTo>
                <a:moveTo>
                  <a:pt x="40509" y="158981"/>
                </a:moveTo>
                <a:lnTo>
                  <a:pt x="40509" y="249088"/>
                </a:lnTo>
                <a:lnTo>
                  <a:pt x="7858" y="249088"/>
                </a:lnTo>
                <a:cubicBezTo>
                  <a:pt x="3514" y="249088"/>
                  <a:pt x="0" y="245573"/>
                  <a:pt x="0" y="241230"/>
                </a:cubicBezTo>
                <a:lnTo>
                  <a:pt x="0" y="166839"/>
                </a:lnTo>
                <a:cubicBezTo>
                  <a:pt x="0" y="162506"/>
                  <a:pt x="3514" y="158981"/>
                  <a:pt x="7858" y="158981"/>
                </a:cubicBezTo>
                <a:lnTo>
                  <a:pt x="40509" y="158981"/>
                </a:lnTo>
              </a:path>
            </a:pathLst>
          </a:custGeom>
          <a:solidFill>
            <a:srgbClr val="2240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5078072" y="1858869"/>
            <a:ext cx="252774" cy="251869"/>
          </a:xfrm>
          <a:custGeom>
            <a:avLst/>
            <a:gdLst/>
            <a:ahLst/>
            <a:cxnLst/>
            <a:rect l="0" t="0" r="0" b="0"/>
            <a:pathLst>
              <a:path w="252774" h="251869">
                <a:moveTo>
                  <a:pt x="21612" y="187642"/>
                </a:moveTo>
                <a:cubicBezTo>
                  <a:pt x="15821" y="187642"/>
                  <a:pt x="11134" y="192328"/>
                  <a:pt x="11134" y="198120"/>
                </a:cubicBezTo>
                <a:lnTo>
                  <a:pt x="11134" y="213836"/>
                </a:lnTo>
                <a:cubicBezTo>
                  <a:pt x="11134" y="215284"/>
                  <a:pt x="12306" y="216455"/>
                  <a:pt x="13754" y="216455"/>
                </a:cubicBezTo>
                <a:lnTo>
                  <a:pt x="50425" y="216455"/>
                </a:lnTo>
                <a:cubicBezTo>
                  <a:pt x="51873" y="216455"/>
                  <a:pt x="53044" y="215284"/>
                  <a:pt x="53044" y="213836"/>
                </a:cubicBezTo>
                <a:lnTo>
                  <a:pt x="53044" y="198120"/>
                </a:lnTo>
                <a:cubicBezTo>
                  <a:pt x="53044" y="192328"/>
                  <a:pt x="48358" y="187642"/>
                  <a:pt x="42567" y="187642"/>
                </a:cubicBezTo>
                <a:lnTo>
                  <a:pt x="21612" y="187642"/>
                </a:lnTo>
                <a:moveTo>
                  <a:pt x="84477" y="156210"/>
                </a:moveTo>
                <a:cubicBezTo>
                  <a:pt x="78686" y="156210"/>
                  <a:pt x="73999" y="160896"/>
                  <a:pt x="73999" y="166687"/>
                </a:cubicBezTo>
                <a:lnTo>
                  <a:pt x="73999" y="213836"/>
                </a:lnTo>
                <a:cubicBezTo>
                  <a:pt x="73999" y="215284"/>
                  <a:pt x="75171" y="216455"/>
                  <a:pt x="76619" y="216455"/>
                </a:cubicBezTo>
                <a:lnTo>
                  <a:pt x="113290" y="216455"/>
                </a:lnTo>
                <a:cubicBezTo>
                  <a:pt x="114738" y="216455"/>
                  <a:pt x="115909" y="215284"/>
                  <a:pt x="115909" y="213836"/>
                </a:cubicBezTo>
                <a:lnTo>
                  <a:pt x="115909" y="166687"/>
                </a:lnTo>
                <a:cubicBezTo>
                  <a:pt x="115909" y="160896"/>
                  <a:pt x="111223" y="156210"/>
                  <a:pt x="105432" y="156210"/>
                </a:cubicBezTo>
                <a:lnTo>
                  <a:pt x="84477" y="156210"/>
                </a:lnTo>
                <a:moveTo>
                  <a:pt x="147342" y="119538"/>
                </a:moveTo>
                <a:cubicBezTo>
                  <a:pt x="141551" y="119538"/>
                  <a:pt x="136864" y="124225"/>
                  <a:pt x="136864" y="130016"/>
                </a:cubicBezTo>
                <a:lnTo>
                  <a:pt x="136864" y="213836"/>
                </a:lnTo>
                <a:cubicBezTo>
                  <a:pt x="136864" y="215284"/>
                  <a:pt x="138036" y="216455"/>
                  <a:pt x="139484" y="216455"/>
                </a:cubicBezTo>
                <a:lnTo>
                  <a:pt x="176155" y="216455"/>
                </a:lnTo>
                <a:cubicBezTo>
                  <a:pt x="177603" y="216455"/>
                  <a:pt x="178774" y="215284"/>
                  <a:pt x="178774" y="213836"/>
                </a:cubicBezTo>
                <a:lnTo>
                  <a:pt x="178774" y="130016"/>
                </a:lnTo>
                <a:cubicBezTo>
                  <a:pt x="178774" y="124225"/>
                  <a:pt x="174088" y="119538"/>
                  <a:pt x="168297" y="119538"/>
                </a:cubicBezTo>
                <a:lnTo>
                  <a:pt x="147342" y="119538"/>
                </a:lnTo>
                <a:moveTo>
                  <a:pt x="202349" y="216455"/>
                </a:moveTo>
                <a:lnTo>
                  <a:pt x="239020" y="216455"/>
                </a:lnTo>
                <a:cubicBezTo>
                  <a:pt x="240468" y="216455"/>
                  <a:pt x="241639" y="215284"/>
                  <a:pt x="241639" y="213836"/>
                </a:cubicBezTo>
                <a:lnTo>
                  <a:pt x="241639" y="88106"/>
                </a:lnTo>
                <a:cubicBezTo>
                  <a:pt x="241639" y="82315"/>
                  <a:pt x="236953" y="77628"/>
                  <a:pt x="231162" y="77628"/>
                </a:cubicBezTo>
                <a:lnTo>
                  <a:pt x="210207" y="77628"/>
                </a:lnTo>
                <a:cubicBezTo>
                  <a:pt x="204416" y="77628"/>
                  <a:pt x="199729" y="82315"/>
                  <a:pt x="199729" y="88106"/>
                </a:cubicBezTo>
                <a:lnTo>
                  <a:pt x="199729" y="213836"/>
                </a:lnTo>
                <a:cubicBezTo>
                  <a:pt x="199729" y="215284"/>
                  <a:pt x="200901" y="216455"/>
                  <a:pt x="202349" y="216455"/>
                </a:cubicBezTo>
                <a:moveTo>
                  <a:pt x="189985" y="44519"/>
                </a:moveTo>
                <a:lnTo>
                  <a:pt x="193233" y="49339"/>
                </a:lnTo>
                <a:cubicBezTo>
                  <a:pt x="194681" y="51511"/>
                  <a:pt x="197119" y="52806"/>
                  <a:pt x="199729" y="52797"/>
                </a:cubicBezTo>
                <a:cubicBezTo>
                  <a:pt x="202444" y="52701"/>
                  <a:pt x="204911" y="51187"/>
                  <a:pt x="206225" y="48815"/>
                </a:cubicBezTo>
                <a:lnTo>
                  <a:pt x="227180" y="12144"/>
                </a:lnTo>
                <a:cubicBezTo>
                  <a:pt x="228752" y="9610"/>
                  <a:pt x="228752" y="6400"/>
                  <a:pt x="227180" y="3867"/>
                </a:cubicBezTo>
                <a:cubicBezTo>
                  <a:pt x="225599" y="1352"/>
                  <a:pt x="222684" y="0"/>
                  <a:pt x="219741" y="409"/>
                </a:cubicBezTo>
                <a:lnTo>
                  <a:pt x="177831" y="5648"/>
                </a:lnTo>
                <a:cubicBezTo>
                  <a:pt x="175136" y="5991"/>
                  <a:pt x="172802" y="7705"/>
                  <a:pt x="171669" y="10182"/>
                </a:cubicBezTo>
                <a:cubicBezTo>
                  <a:pt x="170535" y="12649"/>
                  <a:pt x="170773" y="15535"/>
                  <a:pt x="172278" y="17802"/>
                </a:cubicBezTo>
                <a:lnTo>
                  <a:pt x="175421" y="22621"/>
                </a:lnTo>
                <a:cubicBezTo>
                  <a:pt x="175812" y="23183"/>
                  <a:pt x="175955" y="23888"/>
                  <a:pt x="175812" y="24555"/>
                </a:cubicBezTo>
                <a:cubicBezTo>
                  <a:pt x="175679" y="25231"/>
                  <a:pt x="175269" y="25822"/>
                  <a:pt x="174688" y="26184"/>
                </a:cubicBezTo>
                <a:lnTo>
                  <a:pt x="26327" y="125301"/>
                </a:lnTo>
                <a:cubicBezTo>
                  <a:pt x="24002" y="126834"/>
                  <a:pt x="22383" y="129235"/>
                  <a:pt x="21831" y="131968"/>
                </a:cubicBezTo>
                <a:cubicBezTo>
                  <a:pt x="21278" y="134702"/>
                  <a:pt x="21840" y="137550"/>
                  <a:pt x="23393" y="139865"/>
                </a:cubicBezTo>
                <a:cubicBezTo>
                  <a:pt x="25346" y="142751"/>
                  <a:pt x="28603" y="144484"/>
                  <a:pt x="32089" y="144475"/>
                </a:cubicBezTo>
                <a:cubicBezTo>
                  <a:pt x="34147" y="144494"/>
                  <a:pt x="36166" y="143875"/>
                  <a:pt x="37852" y="142694"/>
                </a:cubicBezTo>
                <a:lnTo>
                  <a:pt x="186318" y="43786"/>
                </a:lnTo>
                <a:cubicBezTo>
                  <a:pt x="186899" y="43386"/>
                  <a:pt x="187613" y="43243"/>
                  <a:pt x="188309" y="43386"/>
                </a:cubicBezTo>
                <a:cubicBezTo>
                  <a:pt x="188995" y="43519"/>
                  <a:pt x="189604" y="43929"/>
                  <a:pt x="189985" y="44519"/>
                </a:cubicBezTo>
                <a:moveTo>
                  <a:pt x="11134" y="251869"/>
                </a:moveTo>
                <a:lnTo>
                  <a:pt x="241639" y="251869"/>
                </a:lnTo>
                <a:cubicBezTo>
                  <a:pt x="246783" y="251860"/>
                  <a:pt x="251155" y="248116"/>
                  <a:pt x="251964" y="243039"/>
                </a:cubicBezTo>
                <a:cubicBezTo>
                  <a:pt x="252774" y="237953"/>
                  <a:pt x="249774" y="233048"/>
                  <a:pt x="244887" y="231438"/>
                </a:cubicBezTo>
                <a:cubicBezTo>
                  <a:pt x="243839" y="231105"/>
                  <a:pt x="242744" y="230924"/>
                  <a:pt x="241639" y="230914"/>
                </a:cubicBezTo>
                <a:lnTo>
                  <a:pt x="11134" y="230914"/>
                </a:lnTo>
                <a:cubicBezTo>
                  <a:pt x="10029" y="230924"/>
                  <a:pt x="8934" y="231105"/>
                  <a:pt x="7886" y="231438"/>
                </a:cubicBezTo>
                <a:cubicBezTo>
                  <a:pt x="3000" y="233048"/>
                  <a:pt x="0" y="237953"/>
                  <a:pt x="809" y="243039"/>
                </a:cubicBezTo>
                <a:cubicBezTo>
                  <a:pt x="1619" y="248116"/>
                  <a:pt x="5991" y="251860"/>
                  <a:pt x="11134" y="251869"/>
                </a:cubicBezTo>
              </a:path>
            </a:pathLst>
          </a:custGeom>
          <a:solidFill>
            <a:srgbClr val="2240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5269839" y="2612802"/>
            <a:ext cx="241839" cy="249697"/>
          </a:xfrm>
          <a:custGeom>
            <a:avLst/>
            <a:gdLst/>
            <a:ahLst/>
            <a:cxnLst/>
            <a:rect l="0" t="0" r="0" b="0"/>
            <a:pathLst>
              <a:path w="241839" h="249697">
                <a:moveTo>
                  <a:pt x="203072" y="20954"/>
                </a:moveTo>
                <a:lnTo>
                  <a:pt x="199929" y="9429"/>
                </a:lnTo>
                <a:cubicBezTo>
                  <a:pt x="196786" y="0"/>
                  <a:pt x="183165" y="0"/>
                  <a:pt x="180022" y="9429"/>
                </a:cubicBezTo>
                <a:lnTo>
                  <a:pt x="176879" y="20954"/>
                </a:lnTo>
                <a:cubicBezTo>
                  <a:pt x="175831" y="25145"/>
                  <a:pt x="171640" y="27241"/>
                  <a:pt x="167449" y="26193"/>
                </a:cubicBezTo>
                <a:lnTo>
                  <a:pt x="155924" y="23050"/>
                </a:lnTo>
                <a:cubicBezTo>
                  <a:pt x="145446" y="20954"/>
                  <a:pt x="138112" y="33527"/>
                  <a:pt x="145446" y="40862"/>
                </a:cubicBezTo>
                <a:lnTo>
                  <a:pt x="153828" y="49244"/>
                </a:lnTo>
                <a:cubicBezTo>
                  <a:pt x="156972" y="52387"/>
                  <a:pt x="156972" y="56578"/>
                  <a:pt x="153828" y="59721"/>
                </a:cubicBezTo>
                <a:lnTo>
                  <a:pt x="145446" y="68103"/>
                </a:lnTo>
                <a:cubicBezTo>
                  <a:pt x="139160" y="76485"/>
                  <a:pt x="145446" y="88010"/>
                  <a:pt x="155924" y="85915"/>
                </a:cubicBezTo>
                <a:lnTo>
                  <a:pt x="167449" y="82772"/>
                </a:lnTo>
                <a:cubicBezTo>
                  <a:pt x="171640" y="81724"/>
                  <a:pt x="175831" y="83819"/>
                  <a:pt x="176879" y="88010"/>
                </a:cubicBezTo>
                <a:lnTo>
                  <a:pt x="180022" y="99536"/>
                </a:lnTo>
                <a:cubicBezTo>
                  <a:pt x="183165" y="108965"/>
                  <a:pt x="196786" y="108965"/>
                  <a:pt x="199929" y="99536"/>
                </a:cubicBezTo>
                <a:lnTo>
                  <a:pt x="203072" y="88010"/>
                </a:lnTo>
                <a:cubicBezTo>
                  <a:pt x="204120" y="83819"/>
                  <a:pt x="208311" y="81724"/>
                  <a:pt x="212502" y="82772"/>
                </a:cubicBezTo>
                <a:lnTo>
                  <a:pt x="224027" y="85915"/>
                </a:lnTo>
                <a:cubicBezTo>
                  <a:pt x="234505" y="88010"/>
                  <a:pt x="241839" y="75437"/>
                  <a:pt x="234505" y="68103"/>
                </a:cubicBezTo>
                <a:lnTo>
                  <a:pt x="226123" y="59721"/>
                </a:lnTo>
                <a:cubicBezTo>
                  <a:pt x="222980" y="56578"/>
                  <a:pt x="222980" y="52387"/>
                  <a:pt x="226123" y="49244"/>
                </a:cubicBezTo>
                <a:lnTo>
                  <a:pt x="234505" y="40862"/>
                </a:lnTo>
                <a:cubicBezTo>
                  <a:pt x="240791" y="32480"/>
                  <a:pt x="234505" y="20954"/>
                  <a:pt x="224027" y="23050"/>
                </a:cubicBezTo>
                <a:lnTo>
                  <a:pt x="212502" y="26193"/>
                </a:lnTo>
                <a:cubicBezTo>
                  <a:pt x="208311" y="27241"/>
                  <a:pt x="204120" y="25145"/>
                  <a:pt x="203072" y="20954"/>
                </a:cubicBezTo>
                <a:moveTo>
                  <a:pt x="203568" y="54482"/>
                </a:moveTo>
                <a:cubicBezTo>
                  <a:pt x="203568" y="61988"/>
                  <a:pt x="197481" y="68075"/>
                  <a:pt x="189976" y="68075"/>
                </a:cubicBezTo>
                <a:cubicBezTo>
                  <a:pt x="182460" y="68075"/>
                  <a:pt x="176374" y="61988"/>
                  <a:pt x="176374" y="54482"/>
                </a:cubicBezTo>
                <a:cubicBezTo>
                  <a:pt x="176374" y="46977"/>
                  <a:pt x="182460" y="40890"/>
                  <a:pt x="189976" y="40890"/>
                </a:cubicBezTo>
                <a:cubicBezTo>
                  <a:pt x="197481" y="40890"/>
                  <a:pt x="203568" y="46977"/>
                  <a:pt x="203568" y="54482"/>
                </a:cubicBezTo>
                <a:moveTo>
                  <a:pt x="69151" y="138131"/>
                </a:moveTo>
                <a:cubicBezTo>
                  <a:pt x="69151" y="126501"/>
                  <a:pt x="77628" y="116614"/>
                  <a:pt x="89125" y="114842"/>
                </a:cubicBezTo>
                <a:cubicBezTo>
                  <a:pt x="100612" y="113061"/>
                  <a:pt x="111680" y="119929"/>
                  <a:pt x="115195" y="131016"/>
                </a:cubicBezTo>
                <a:cubicBezTo>
                  <a:pt x="118710" y="142093"/>
                  <a:pt x="113623" y="154085"/>
                  <a:pt x="103203" y="159257"/>
                </a:cubicBezTo>
                <a:lnTo>
                  <a:pt x="103203" y="239220"/>
                </a:lnTo>
                <a:cubicBezTo>
                  <a:pt x="103203" y="245011"/>
                  <a:pt x="98517" y="249697"/>
                  <a:pt x="92725" y="249697"/>
                </a:cubicBezTo>
                <a:cubicBezTo>
                  <a:pt x="86934" y="249697"/>
                  <a:pt x="82248" y="245011"/>
                  <a:pt x="82248" y="239220"/>
                </a:cubicBezTo>
                <a:lnTo>
                  <a:pt x="82248" y="159257"/>
                </a:lnTo>
                <a:cubicBezTo>
                  <a:pt x="74228" y="155276"/>
                  <a:pt x="69151" y="147094"/>
                  <a:pt x="69151" y="138131"/>
                </a:cubicBezTo>
                <a:moveTo>
                  <a:pt x="0" y="186832"/>
                </a:moveTo>
                <a:cubicBezTo>
                  <a:pt x="0" y="175879"/>
                  <a:pt x="7534" y="166373"/>
                  <a:pt x="18192" y="163868"/>
                </a:cubicBezTo>
                <a:cubicBezTo>
                  <a:pt x="28851" y="161372"/>
                  <a:pt x="39833" y="166544"/>
                  <a:pt x="44700" y="176355"/>
                </a:cubicBezTo>
                <a:lnTo>
                  <a:pt x="48129" y="176355"/>
                </a:lnTo>
                <a:cubicBezTo>
                  <a:pt x="53673" y="176355"/>
                  <a:pt x="59169" y="178136"/>
                  <a:pt x="63360" y="182108"/>
                </a:cubicBezTo>
                <a:cubicBezTo>
                  <a:pt x="67608" y="186128"/>
                  <a:pt x="69675" y="191614"/>
                  <a:pt x="69675" y="197310"/>
                </a:cubicBezTo>
                <a:lnTo>
                  <a:pt x="69675" y="239220"/>
                </a:lnTo>
                <a:cubicBezTo>
                  <a:pt x="69675" y="245011"/>
                  <a:pt x="64989" y="249697"/>
                  <a:pt x="59197" y="249697"/>
                </a:cubicBezTo>
                <a:cubicBezTo>
                  <a:pt x="53406" y="249697"/>
                  <a:pt x="48720" y="245011"/>
                  <a:pt x="48720" y="239220"/>
                </a:cubicBezTo>
                <a:lnTo>
                  <a:pt x="48720" y="197348"/>
                </a:lnTo>
                <a:cubicBezTo>
                  <a:pt x="48529" y="197319"/>
                  <a:pt x="48329" y="197310"/>
                  <a:pt x="48129" y="197310"/>
                </a:cubicBezTo>
                <a:lnTo>
                  <a:pt x="44700" y="197310"/>
                </a:lnTo>
                <a:cubicBezTo>
                  <a:pt x="39833" y="207121"/>
                  <a:pt x="28851" y="212293"/>
                  <a:pt x="18192" y="209797"/>
                </a:cubicBezTo>
                <a:cubicBezTo>
                  <a:pt x="7534" y="207292"/>
                  <a:pt x="0" y="197786"/>
                  <a:pt x="0" y="186832"/>
                </a:cubicBezTo>
                <a:moveTo>
                  <a:pt x="139703" y="176355"/>
                </a:moveTo>
                <a:cubicBezTo>
                  <a:pt x="144570" y="166544"/>
                  <a:pt x="155543" y="161382"/>
                  <a:pt x="166201" y="163877"/>
                </a:cubicBezTo>
                <a:cubicBezTo>
                  <a:pt x="176860" y="166382"/>
                  <a:pt x="184404" y="175888"/>
                  <a:pt x="184404" y="186832"/>
                </a:cubicBezTo>
                <a:cubicBezTo>
                  <a:pt x="184404" y="197777"/>
                  <a:pt x="176860" y="207283"/>
                  <a:pt x="166201" y="209788"/>
                </a:cubicBezTo>
                <a:cubicBezTo>
                  <a:pt x="155543" y="212283"/>
                  <a:pt x="144570" y="207121"/>
                  <a:pt x="139703" y="197310"/>
                </a:cubicBezTo>
                <a:lnTo>
                  <a:pt x="136731" y="197310"/>
                </a:lnTo>
                <a:lnTo>
                  <a:pt x="136731" y="239220"/>
                </a:lnTo>
                <a:cubicBezTo>
                  <a:pt x="136731" y="245011"/>
                  <a:pt x="132045" y="249697"/>
                  <a:pt x="126253" y="249697"/>
                </a:cubicBezTo>
                <a:cubicBezTo>
                  <a:pt x="120462" y="249697"/>
                  <a:pt x="115776" y="245011"/>
                  <a:pt x="115776" y="239220"/>
                </a:cubicBezTo>
                <a:lnTo>
                  <a:pt x="115776" y="197310"/>
                </a:lnTo>
                <a:cubicBezTo>
                  <a:pt x="115776" y="191785"/>
                  <a:pt x="117662" y="186375"/>
                  <a:pt x="121729" y="182308"/>
                </a:cubicBezTo>
                <a:cubicBezTo>
                  <a:pt x="125796" y="178241"/>
                  <a:pt x="131206" y="176355"/>
                  <a:pt x="136731" y="176355"/>
                </a:cubicBezTo>
                <a:lnTo>
                  <a:pt x="139703" y="176355"/>
                </a:lnTo>
                <a:moveTo>
                  <a:pt x="61388" y="10496"/>
                </a:moveTo>
                <a:lnTo>
                  <a:pt x="69875" y="18897"/>
                </a:lnTo>
                <a:cubicBezTo>
                  <a:pt x="72875" y="22002"/>
                  <a:pt x="77543" y="21726"/>
                  <a:pt x="80657" y="18716"/>
                </a:cubicBezTo>
                <a:lnTo>
                  <a:pt x="89058" y="10229"/>
                </a:lnTo>
                <a:cubicBezTo>
                  <a:pt x="97097" y="3181"/>
                  <a:pt x="108299" y="10020"/>
                  <a:pt x="107041" y="20421"/>
                </a:cubicBezTo>
                <a:lnTo>
                  <a:pt x="103974" y="31870"/>
                </a:lnTo>
                <a:cubicBezTo>
                  <a:pt x="102822" y="36166"/>
                  <a:pt x="104917" y="39795"/>
                  <a:pt x="109213" y="40947"/>
                </a:cubicBezTo>
                <a:lnTo>
                  <a:pt x="120672" y="44015"/>
                </a:lnTo>
                <a:cubicBezTo>
                  <a:pt x="130683" y="46701"/>
                  <a:pt x="130625" y="61255"/>
                  <a:pt x="120500" y="64674"/>
                </a:cubicBezTo>
                <a:lnTo>
                  <a:pt x="108946" y="67713"/>
                </a:lnTo>
                <a:cubicBezTo>
                  <a:pt x="104794" y="68913"/>
                  <a:pt x="102203" y="72818"/>
                  <a:pt x="103393" y="76981"/>
                </a:cubicBezTo>
                <a:lnTo>
                  <a:pt x="106432" y="88525"/>
                </a:lnTo>
                <a:cubicBezTo>
                  <a:pt x="108423" y="98269"/>
                  <a:pt x="96631" y="105079"/>
                  <a:pt x="89192" y="98478"/>
                </a:cubicBezTo>
                <a:lnTo>
                  <a:pt x="80705" y="90077"/>
                </a:lnTo>
                <a:cubicBezTo>
                  <a:pt x="77714" y="86963"/>
                  <a:pt x="73028" y="87239"/>
                  <a:pt x="69923" y="90249"/>
                </a:cubicBezTo>
                <a:lnTo>
                  <a:pt x="61512" y="98736"/>
                </a:lnTo>
                <a:cubicBezTo>
                  <a:pt x="53482" y="105794"/>
                  <a:pt x="42290" y="98945"/>
                  <a:pt x="43538" y="88544"/>
                </a:cubicBezTo>
                <a:lnTo>
                  <a:pt x="46605" y="77095"/>
                </a:lnTo>
                <a:cubicBezTo>
                  <a:pt x="47758" y="72799"/>
                  <a:pt x="45662" y="69170"/>
                  <a:pt x="41367" y="68018"/>
                </a:cubicBezTo>
                <a:lnTo>
                  <a:pt x="29918" y="64950"/>
                </a:lnTo>
                <a:cubicBezTo>
                  <a:pt x="19897" y="62264"/>
                  <a:pt x="19954" y="47710"/>
                  <a:pt x="30079" y="44281"/>
                </a:cubicBezTo>
                <a:lnTo>
                  <a:pt x="41633" y="41252"/>
                </a:lnTo>
                <a:cubicBezTo>
                  <a:pt x="45786" y="40062"/>
                  <a:pt x="48377" y="36147"/>
                  <a:pt x="47186" y="31994"/>
                </a:cubicBezTo>
                <a:lnTo>
                  <a:pt x="44148" y="20440"/>
                </a:lnTo>
                <a:cubicBezTo>
                  <a:pt x="42138" y="10706"/>
                  <a:pt x="53940" y="3895"/>
                  <a:pt x="61379" y="10496"/>
                </a:cubicBezTo>
                <a:moveTo>
                  <a:pt x="82086" y="66255"/>
                </a:moveTo>
                <a:cubicBezTo>
                  <a:pt x="88592" y="62503"/>
                  <a:pt x="90820" y="54187"/>
                  <a:pt x="87068" y="47682"/>
                </a:cubicBezTo>
                <a:cubicBezTo>
                  <a:pt x="83305" y="41186"/>
                  <a:pt x="74990" y="38957"/>
                  <a:pt x="68494" y="42710"/>
                </a:cubicBezTo>
                <a:cubicBezTo>
                  <a:pt x="61988" y="46472"/>
                  <a:pt x="59769" y="54787"/>
                  <a:pt x="63522" y="61283"/>
                </a:cubicBezTo>
                <a:cubicBezTo>
                  <a:pt x="67275" y="67779"/>
                  <a:pt x="75590" y="70008"/>
                  <a:pt x="82086" y="66255"/>
                </a:cubicBezTo>
              </a:path>
            </a:pathLst>
          </a:custGeom>
          <a:solidFill>
            <a:srgbClr val="2240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5267019" y="2236470"/>
            <a:ext cx="251031" cy="251926"/>
          </a:xfrm>
          <a:custGeom>
            <a:avLst/>
            <a:gdLst/>
            <a:ahLst/>
            <a:cxnLst/>
            <a:rect l="0" t="0" r="0" b="0"/>
            <a:pathLst>
              <a:path w="251031" h="251926">
                <a:moveTo>
                  <a:pt x="167211" y="194252"/>
                </a:moveTo>
                <a:cubicBezTo>
                  <a:pt x="165030" y="188909"/>
                  <a:pt x="158943" y="186328"/>
                  <a:pt x="153590" y="188490"/>
                </a:cubicBezTo>
                <a:cubicBezTo>
                  <a:pt x="135940" y="195557"/>
                  <a:pt x="116233" y="195557"/>
                  <a:pt x="98583" y="188490"/>
                </a:cubicBezTo>
                <a:cubicBezTo>
                  <a:pt x="93230" y="186289"/>
                  <a:pt x="87106" y="188842"/>
                  <a:pt x="84905" y="194195"/>
                </a:cubicBezTo>
                <a:cubicBezTo>
                  <a:pt x="82705" y="199548"/>
                  <a:pt x="85267" y="205673"/>
                  <a:pt x="90620" y="207873"/>
                </a:cubicBezTo>
                <a:cubicBezTo>
                  <a:pt x="113337" y="217074"/>
                  <a:pt x="138731" y="217074"/>
                  <a:pt x="161448" y="207873"/>
                </a:cubicBezTo>
                <a:cubicBezTo>
                  <a:pt x="166792" y="205692"/>
                  <a:pt x="169373" y="199605"/>
                  <a:pt x="167211" y="194252"/>
                </a:cubicBezTo>
                <a:moveTo>
                  <a:pt x="167316" y="59826"/>
                </a:moveTo>
                <a:cubicBezTo>
                  <a:pt x="187385" y="73494"/>
                  <a:pt x="199396" y="96212"/>
                  <a:pt x="199377" y="120491"/>
                </a:cubicBezTo>
                <a:cubicBezTo>
                  <a:pt x="199358" y="123567"/>
                  <a:pt x="199186" y="126653"/>
                  <a:pt x="198853" y="129711"/>
                </a:cubicBezTo>
                <a:cubicBezTo>
                  <a:pt x="198158" y="135502"/>
                  <a:pt x="202282" y="140750"/>
                  <a:pt x="208073" y="141446"/>
                </a:cubicBezTo>
                <a:cubicBezTo>
                  <a:pt x="213864" y="142141"/>
                  <a:pt x="219113" y="138017"/>
                  <a:pt x="219808" y="132226"/>
                </a:cubicBezTo>
                <a:cubicBezTo>
                  <a:pt x="220246" y="128330"/>
                  <a:pt x="220418" y="124406"/>
                  <a:pt x="220332" y="120491"/>
                </a:cubicBezTo>
                <a:cubicBezTo>
                  <a:pt x="220341" y="89296"/>
                  <a:pt x="204930" y="60112"/>
                  <a:pt x="179155" y="42538"/>
                </a:cubicBezTo>
                <a:cubicBezTo>
                  <a:pt x="176069" y="40366"/>
                  <a:pt x="172050" y="40024"/>
                  <a:pt x="168640" y="41643"/>
                </a:cubicBezTo>
                <a:cubicBezTo>
                  <a:pt x="165230" y="43262"/>
                  <a:pt x="162953" y="46586"/>
                  <a:pt x="162677" y="50349"/>
                </a:cubicBezTo>
                <a:cubicBezTo>
                  <a:pt x="162401" y="54111"/>
                  <a:pt x="164172" y="57731"/>
                  <a:pt x="167316" y="59826"/>
                </a:cubicBezTo>
                <a:moveTo>
                  <a:pt x="44100" y="141341"/>
                </a:moveTo>
                <a:cubicBezTo>
                  <a:pt x="49825" y="140636"/>
                  <a:pt x="53892" y="135435"/>
                  <a:pt x="53216" y="129711"/>
                </a:cubicBezTo>
                <a:cubicBezTo>
                  <a:pt x="53054" y="126644"/>
                  <a:pt x="53054" y="123558"/>
                  <a:pt x="53216" y="120491"/>
                </a:cubicBezTo>
                <a:cubicBezTo>
                  <a:pt x="53082" y="96307"/>
                  <a:pt x="64884" y="73609"/>
                  <a:pt x="84753" y="59826"/>
                </a:cubicBezTo>
                <a:cubicBezTo>
                  <a:pt x="87896" y="57731"/>
                  <a:pt x="89668" y="54111"/>
                  <a:pt x="89392" y="50349"/>
                </a:cubicBezTo>
                <a:cubicBezTo>
                  <a:pt x="89115" y="46586"/>
                  <a:pt x="86839" y="43262"/>
                  <a:pt x="83429" y="41643"/>
                </a:cubicBezTo>
                <a:cubicBezTo>
                  <a:pt x="80019" y="40024"/>
                  <a:pt x="75999" y="40366"/>
                  <a:pt x="72913" y="42538"/>
                </a:cubicBezTo>
                <a:cubicBezTo>
                  <a:pt x="47139" y="60112"/>
                  <a:pt x="31727" y="89296"/>
                  <a:pt x="31737" y="120491"/>
                </a:cubicBezTo>
                <a:cubicBezTo>
                  <a:pt x="31718" y="124415"/>
                  <a:pt x="31965" y="128339"/>
                  <a:pt x="32470" y="132226"/>
                </a:cubicBezTo>
                <a:cubicBezTo>
                  <a:pt x="33175" y="137950"/>
                  <a:pt x="38376" y="142017"/>
                  <a:pt x="44100" y="141341"/>
                </a:cubicBezTo>
                <a:moveTo>
                  <a:pt x="164487" y="99536"/>
                </a:moveTo>
                <a:cubicBezTo>
                  <a:pt x="165296" y="99564"/>
                  <a:pt x="166068" y="99212"/>
                  <a:pt x="166582" y="98593"/>
                </a:cubicBezTo>
                <a:cubicBezTo>
                  <a:pt x="167058" y="97964"/>
                  <a:pt x="167249" y="97164"/>
                  <a:pt x="167106" y="96393"/>
                </a:cubicBezTo>
                <a:cubicBezTo>
                  <a:pt x="162744" y="77000"/>
                  <a:pt x="145532" y="63207"/>
                  <a:pt x="125653" y="63188"/>
                </a:cubicBezTo>
                <a:cubicBezTo>
                  <a:pt x="105775" y="63160"/>
                  <a:pt x="88534" y="76904"/>
                  <a:pt x="84124" y="96288"/>
                </a:cubicBezTo>
                <a:cubicBezTo>
                  <a:pt x="83772" y="97012"/>
                  <a:pt x="83772" y="97869"/>
                  <a:pt x="84124" y="98593"/>
                </a:cubicBezTo>
                <a:cubicBezTo>
                  <a:pt x="84639" y="99155"/>
                  <a:pt x="85353" y="99488"/>
                  <a:pt x="86115" y="99536"/>
                </a:cubicBezTo>
                <a:lnTo>
                  <a:pt x="164487" y="99536"/>
                </a:lnTo>
                <a:moveTo>
                  <a:pt x="99841" y="26193"/>
                </a:moveTo>
                <a:cubicBezTo>
                  <a:pt x="99841" y="40662"/>
                  <a:pt x="111566" y="52387"/>
                  <a:pt x="126034" y="52387"/>
                </a:cubicBezTo>
                <a:cubicBezTo>
                  <a:pt x="140503" y="52387"/>
                  <a:pt x="152228" y="40662"/>
                  <a:pt x="152228" y="26193"/>
                </a:cubicBezTo>
                <a:cubicBezTo>
                  <a:pt x="152228" y="11725"/>
                  <a:pt x="140503" y="0"/>
                  <a:pt x="126034" y="0"/>
                </a:cubicBezTo>
                <a:cubicBezTo>
                  <a:pt x="111566" y="0"/>
                  <a:pt x="99841" y="11725"/>
                  <a:pt x="99841" y="26193"/>
                </a:cubicBezTo>
                <a:moveTo>
                  <a:pt x="209854" y="214788"/>
                </a:moveTo>
                <a:cubicBezTo>
                  <a:pt x="189709" y="214626"/>
                  <a:pt x="172212" y="228628"/>
                  <a:pt x="167944" y="248316"/>
                </a:cubicBezTo>
                <a:cubicBezTo>
                  <a:pt x="167792" y="249078"/>
                  <a:pt x="167982" y="249869"/>
                  <a:pt x="168468" y="250478"/>
                </a:cubicBezTo>
                <a:cubicBezTo>
                  <a:pt x="168954" y="251088"/>
                  <a:pt x="169678" y="251440"/>
                  <a:pt x="170459" y="251459"/>
                </a:cubicBezTo>
                <a:lnTo>
                  <a:pt x="248621" y="251459"/>
                </a:lnTo>
                <a:cubicBezTo>
                  <a:pt x="249412" y="251431"/>
                  <a:pt x="250164" y="251098"/>
                  <a:pt x="250717" y="250517"/>
                </a:cubicBezTo>
                <a:cubicBezTo>
                  <a:pt x="251031" y="249783"/>
                  <a:pt x="251031" y="248945"/>
                  <a:pt x="250717" y="248211"/>
                </a:cubicBezTo>
                <a:cubicBezTo>
                  <a:pt x="246497" y="228942"/>
                  <a:pt x="229581" y="215112"/>
                  <a:pt x="209854" y="214788"/>
                </a:cubicBezTo>
                <a:moveTo>
                  <a:pt x="183975" y="178117"/>
                </a:moveTo>
                <a:cubicBezTo>
                  <a:pt x="183975" y="192585"/>
                  <a:pt x="195700" y="204311"/>
                  <a:pt x="210169" y="204311"/>
                </a:cubicBezTo>
                <a:cubicBezTo>
                  <a:pt x="224637" y="204311"/>
                  <a:pt x="236362" y="192585"/>
                  <a:pt x="236362" y="178117"/>
                </a:cubicBezTo>
                <a:cubicBezTo>
                  <a:pt x="236362" y="163649"/>
                  <a:pt x="224637" y="151923"/>
                  <a:pt x="210169" y="151923"/>
                </a:cubicBezTo>
                <a:cubicBezTo>
                  <a:pt x="195700" y="151923"/>
                  <a:pt x="183975" y="163649"/>
                  <a:pt x="183975" y="178117"/>
                </a:cubicBezTo>
                <a:moveTo>
                  <a:pt x="42214" y="214788"/>
                </a:moveTo>
                <a:cubicBezTo>
                  <a:pt x="22069" y="214626"/>
                  <a:pt x="4572" y="228628"/>
                  <a:pt x="304" y="248316"/>
                </a:cubicBezTo>
                <a:cubicBezTo>
                  <a:pt x="0" y="249021"/>
                  <a:pt x="0" y="249812"/>
                  <a:pt x="304" y="250517"/>
                </a:cubicBezTo>
                <a:cubicBezTo>
                  <a:pt x="1000" y="251526"/>
                  <a:pt x="2305" y="251926"/>
                  <a:pt x="3448" y="251459"/>
                </a:cubicBezTo>
                <a:lnTo>
                  <a:pt x="81505" y="251459"/>
                </a:lnTo>
                <a:cubicBezTo>
                  <a:pt x="82324" y="251488"/>
                  <a:pt x="83105" y="251126"/>
                  <a:pt x="83619" y="250488"/>
                </a:cubicBezTo>
                <a:cubicBezTo>
                  <a:pt x="84134" y="249850"/>
                  <a:pt x="84324" y="249002"/>
                  <a:pt x="84124" y="248211"/>
                </a:cubicBezTo>
                <a:cubicBezTo>
                  <a:pt x="79781" y="228580"/>
                  <a:pt x="62312" y="214655"/>
                  <a:pt x="42214" y="214788"/>
                </a:cubicBezTo>
                <a:moveTo>
                  <a:pt x="16754" y="178117"/>
                </a:moveTo>
                <a:cubicBezTo>
                  <a:pt x="16754" y="192585"/>
                  <a:pt x="28479" y="204311"/>
                  <a:pt x="42948" y="204311"/>
                </a:cubicBezTo>
                <a:cubicBezTo>
                  <a:pt x="57416" y="204311"/>
                  <a:pt x="69141" y="192585"/>
                  <a:pt x="69141" y="178117"/>
                </a:cubicBezTo>
                <a:cubicBezTo>
                  <a:pt x="69141" y="163649"/>
                  <a:pt x="57416" y="151923"/>
                  <a:pt x="42948" y="151923"/>
                </a:cubicBezTo>
                <a:cubicBezTo>
                  <a:pt x="28479" y="151923"/>
                  <a:pt x="16754" y="163649"/>
                  <a:pt x="16754" y="178117"/>
                </a:cubicBezTo>
              </a:path>
            </a:pathLst>
          </a:custGeom>
          <a:solidFill>
            <a:srgbClr val="2240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57200" y="3800377"/>
            <a:ext cx="57150" cy="57150"/>
          </a:xfrm>
          <a:custGeom>
            <a:avLst/>
            <a:gdLst/>
            <a:ahLst/>
            <a:cxnLst/>
            <a:rect l="0" t="0" r="0" b="0"/>
            <a:pathLst>
              <a:path w="57150" h="57150">
                <a:moveTo>
                  <a:pt x="0" y="28575"/>
                </a:moveTo>
                <a:cubicBezTo>
                  <a:pt x="0" y="44357"/>
                  <a:pt x="12792" y="57150"/>
                  <a:pt x="28575" y="57150"/>
                </a:cubicBezTo>
                <a:cubicBezTo>
                  <a:pt x="44357" y="57150"/>
                  <a:pt x="57150" y="44357"/>
                  <a:pt x="57150" y="28575"/>
                </a:cubicBezTo>
                <a:cubicBezTo>
                  <a:pt x="57150" y="12792"/>
                  <a:pt x="44357" y="0"/>
                  <a:pt x="28575" y="0"/>
                </a:cubicBezTo>
                <a:cubicBezTo>
                  <a:pt x="12792" y="0"/>
                  <a:pt x="0" y="12792"/>
                  <a:pt x="0" y="28575"/>
                </a:cubicBez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457200" y="3800377"/>
            <a:ext cx="57150" cy="57150"/>
          </a:xfrm>
          <a:custGeom>
            <a:avLst/>
            <a:gdLst/>
            <a:ahLst/>
            <a:cxnLst/>
            <a:rect l="0" t="0" r="0" b="0"/>
            <a:pathLst>
              <a:path w="57150" h="57150">
                <a:moveTo>
                  <a:pt x="0" y="28575"/>
                </a:moveTo>
                <a:cubicBezTo>
                  <a:pt x="0" y="44356"/>
                  <a:pt x="12793" y="57150"/>
                  <a:pt x="28575" y="57150"/>
                </a:cubicBezTo>
                <a:cubicBezTo>
                  <a:pt x="44356" y="57150"/>
                  <a:pt x="57150" y="44356"/>
                  <a:pt x="57150" y="28575"/>
                </a:cubicBezTo>
                <a:cubicBezTo>
                  <a:pt x="57150" y="12793"/>
                  <a:pt x="44356" y="0"/>
                  <a:pt x="28575" y="0"/>
                </a:cubicBezTo>
                <a:cubicBezTo>
                  <a:pt x="12793" y="0"/>
                  <a:pt x="0" y="12793"/>
                  <a:pt x="0" y="28575"/>
                </a:cubicBezTo>
              </a:path>
            </a:pathLst>
          </a:custGeom>
          <a:noFill/>
          <a:ln w="7143">
            <a:solidFill>
              <a:srgbClr val="F3F7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457200" y="3000472"/>
            <a:ext cx="57150" cy="57150"/>
          </a:xfrm>
          <a:custGeom>
            <a:avLst/>
            <a:gdLst/>
            <a:ahLst/>
            <a:cxnLst/>
            <a:rect l="0" t="0" r="0" b="0"/>
            <a:pathLst>
              <a:path w="57150" h="57150">
                <a:moveTo>
                  <a:pt x="0" y="28575"/>
                </a:moveTo>
                <a:cubicBezTo>
                  <a:pt x="0" y="44357"/>
                  <a:pt x="12792" y="57150"/>
                  <a:pt x="28575" y="57150"/>
                </a:cubicBezTo>
                <a:cubicBezTo>
                  <a:pt x="44357" y="57150"/>
                  <a:pt x="57150" y="44357"/>
                  <a:pt x="57150" y="28575"/>
                </a:cubicBezTo>
                <a:cubicBezTo>
                  <a:pt x="57150" y="12792"/>
                  <a:pt x="44357" y="0"/>
                  <a:pt x="28575" y="0"/>
                </a:cubicBezTo>
                <a:cubicBezTo>
                  <a:pt x="12792" y="0"/>
                  <a:pt x="0" y="12792"/>
                  <a:pt x="0" y="28575"/>
                </a:cubicBez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457200" y="3000472"/>
            <a:ext cx="57150" cy="57150"/>
          </a:xfrm>
          <a:custGeom>
            <a:avLst/>
            <a:gdLst/>
            <a:ahLst/>
            <a:cxnLst/>
            <a:rect l="0" t="0" r="0" b="0"/>
            <a:pathLst>
              <a:path w="57150" h="57150">
                <a:moveTo>
                  <a:pt x="0" y="28575"/>
                </a:moveTo>
                <a:cubicBezTo>
                  <a:pt x="0" y="44356"/>
                  <a:pt x="12793" y="57150"/>
                  <a:pt x="28575" y="57150"/>
                </a:cubicBezTo>
                <a:cubicBezTo>
                  <a:pt x="44356" y="57150"/>
                  <a:pt x="57150" y="44356"/>
                  <a:pt x="57150" y="28575"/>
                </a:cubicBezTo>
                <a:cubicBezTo>
                  <a:pt x="57150" y="12793"/>
                  <a:pt x="44356" y="0"/>
                  <a:pt x="28575" y="0"/>
                </a:cubicBezTo>
                <a:cubicBezTo>
                  <a:pt x="12793" y="0"/>
                  <a:pt x="0" y="12793"/>
                  <a:pt x="0" y="28575"/>
                </a:cubicBezTo>
              </a:path>
            </a:pathLst>
          </a:custGeom>
          <a:noFill/>
          <a:ln w="7143">
            <a:solidFill>
              <a:srgbClr val="F3F7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457200" y="2200570"/>
            <a:ext cx="57150" cy="57150"/>
          </a:xfrm>
          <a:custGeom>
            <a:avLst/>
            <a:gdLst/>
            <a:ahLst/>
            <a:cxnLst/>
            <a:rect l="0" t="0" r="0" b="0"/>
            <a:pathLst>
              <a:path w="57150" h="57150">
                <a:moveTo>
                  <a:pt x="0" y="28575"/>
                </a:moveTo>
                <a:cubicBezTo>
                  <a:pt x="0" y="44357"/>
                  <a:pt x="12792" y="57150"/>
                  <a:pt x="28575" y="57150"/>
                </a:cubicBezTo>
                <a:cubicBezTo>
                  <a:pt x="44357" y="57150"/>
                  <a:pt x="57150" y="44357"/>
                  <a:pt x="57150" y="28575"/>
                </a:cubicBezTo>
                <a:cubicBezTo>
                  <a:pt x="57150" y="12792"/>
                  <a:pt x="44357" y="0"/>
                  <a:pt x="28575" y="0"/>
                </a:cubicBezTo>
                <a:cubicBezTo>
                  <a:pt x="12792" y="0"/>
                  <a:pt x="0" y="12792"/>
                  <a:pt x="0" y="28575"/>
                </a:cubicBez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457200" y="2200570"/>
            <a:ext cx="57150" cy="57150"/>
          </a:xfrm>
          <a:custGeom>
            <a:avLst/>
            <a:gdLst/>
            <a:ahLst/>
            <a:cxnLst/>
            <a:rect l="0" t="0" r="0" b="0"/>
            <a:pathLst>
              <a:path w="57150" h="57150">
                <a:moveTo>
                  <a:pt x="0" y="28575"/>
                </a:moveTo>
                <a:cubicBezTo>
                  <a:pt x="0" y="44356"/>
                  <a:pt x="12793" y="57150"/>
                  <a:pt x="28575" y="57150"/>
                </a:cubicBezTo>
                <a:cubicBezTo>
                  <a:pt x="44356" y="57150"/>
                  <a:pt x="57150" y="44356"/>
                  <a:pt x="57150" y="28575"/>
                </a:cubicBezTo>
                <a:cubicBezTo>
                  <a:pt x="57150" y="12793"/>
                  <a:pt x="44356" y="0"/>
                  <a:pt x="28575" y="0"/>
                </a:cubicBezTo>
                <a:cubicBezTo>
                  <a:pt x="12793" y="0"/>
                  <a:pt x="0" y="12793"/>
                  <a:pt x="0" y="28575"/>
                </a:cubicBezTo>
              </a:path>
            </a:pathLst>
          </a:custGeom>
          <a:noFill/>
          <a:ln w="7143">
            <a:solidFill>
              <a:srgbClr val="F3F7F5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53" name="Group 52"/>
          <p:cNvGrpSpPr/>
          <p:nvPr/>
        </p:nvGrpSpPr>
        <p:grpSpPr>
          <a:xfrm>
            <a:off x="619125" y="2114841"/>
            <a:ext cx="2189264" cy="571298"/>
            <a:chOff x="619125" y="2114841"/>
            <a:chExt cx="2189264" cy="571298"/>
          </a:xfrm>
        </p:grpSpPr>
        <p:sp>
          <p:nvSpPr>
            <p:cNvPr id="50" name="TextBox 49"/>
            <p:cNvSpPr txBox="1"/>
            <p:nvPr/>
          </p:nvSpPr>
          <p:spPr>
            <a:xfrm>
              <a:off x="619125" y="2114841"/>
              <a:ext cx="2517653" cy="1904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100" b="1">
                  <a:solidFill>
                    <a:srgbClr val="22403B"/>
                  </a:solidFill>
                  <a:latin typeface="Roboto"/>
                </a:rPr>
                <a:t>Supervised Learning: Learning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619125" y="2305245"/>
              <a:ext cx="2517653" cy="1904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100" b="1">
                  <a:solidFill>
                    <a:srgbClr val="22403B"/>
                  </a:solidFill>
                  <a:latin typeface="Roboto"/>
                </a:rPr>
                <a:t>with a labeled dataset (e.g., spam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619125" y="2495650"/>
              <a:ext cx="2517653" cy="1904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100" b="1">
                  <a:solidFill>
                    <a:srgbClr val="22403B"/>
                  </a:solidFill>
                  <a:latin typeface="Roboto"/>
                </a:rPr>
                <a:t>detection).</a:t>
              </a:r>
            </a:p>
          </p:txBody>
        </p:sp>
      </p:grpSp>
      <p:sp>
        <p:nvSpPr>
          <p:cNvPr id="54" name="TextBox 53"/>
          <p:cNvSpPr txBox="1"/>
          <p:nvPr/>
        </p:nvSpPr>
        <p:spPr>
          <a:xfrm>
            <a:off x="6396989" y="2131695"/>
            <a:ext cx="692309" cy="9429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600" b="1">
                <a:solidFill>
                  <a:srgbClr val="22403B"/>
                </a:solidFill>
                <a:latin typeface="Roboto"/>
              </a:rPr>
              <a:t>No social factors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96989" y="1974532"/>
            <a:ext cx="725083" cy="9429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600" b="1">
                <a:solidFill>
                  <a:srgbClr val="22403B"/>
                </a:solidFill>
                <a:latin typeface="Roboto Slab"/>
              </a:rPr>
              <a:t>No social factors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956274" y="1345882"/>
            <a:ext cx="850372" cy="9429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600" b="1">
                <a:solidFill>
                  <a:srgbClr val="22403B"/>
                </a:solidFill>
                <a:latin typeface="Roboto"/>
              </a:rPr>
              <a:t>No economic factors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956274" y="1188720"/>
            <a:ext cx="888370" cy="9429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600" b="1">
                <a:solidFill>
                  <a:srgbClr val="22403B"/>
                </a:solidFill>
                <a:latin typeface="Roboto Slab"/>
              </a:rPr>
              <a:t>No economic factors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96989" y="2870359"/>
            <a:ext cx="1084935" cy="9429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600" b="1">
                <a:solidFill>
                  <a:srgbClr val="22403B"/>
                </a:solidFill>
                <a:latin typeface="Roboto Slab"/>
              </a:rPr>
              <a:t>Machine Learning Types</a:t>
            </a:r>
          </a:p>
        </p:txBody>
      </p:sp>
      <p:grpSp>
        <p:nvGrpSpPr>
          <p:cNvPr id="61" name="Group 60"/>
          <p:cNvGrpSpPr/>
          <p:nvPr/>
        </p:nvGrpSpPr>
        <p:grpSpPr>
          <a:xfrm>
            <a:off x="390525" y="857545"/>
            <a:ext cx="2285104" cy="800100"/>
            <a:chOff x="390525" y="857545"/>
            <a:chExt cx="2285104" cy="800100"/>
          </a:xfrm>
        </p:grpSpPr>
        <p:sp>
          <p:nvSpPr>
            <p:cNvPr id="59" name="TextBox 58"/>
            <p:cNvSpPr txBox="1"/>
            <p:nvPr/>
          </p:nvSpPr>
          <p:spPr>
            <a:xfrm>
              <a:off x="390525" y="857545"/>
              <a:ext cx="2627869" cy="400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3100" b="1">
                  <a:solidFill>
                    <a:srgbClr val="22403B"/>
                  </a:solidFill>
                  <a:latin typeface="Roboto Slab"/>
                </a:rPr>
                <a:t>The Three</a:t>
              </a: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390525" y="1257595"/>
              <a:ext cx="2627869" cy="400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3100" b="1">
                  <a:solidFill>
                    <a:srgbClr val="22403B"/>
                  </a:solidFill>
                  <a:latin typeface="Roboto Slab"/>
                </a:rPr>
                <a:t>Main Types</a:t>
              </a:r>
            </a:p>
          </p:txBody>
        </p:sp>
      </p:grpSp>
      <p:grpSp>
        <p:nvGrpSpPr>
          <p:cNvPr id="65" name="Group 64"/>
          <p:cNvGrpSpPr/>
          <p:nvPr/>
        </p:nvGrpSpPr>
        <p:grpSpPr>
          <a:xfrm>
            <a:off x="619125" y="2914745"/>
            <a:ext cx="2176986" cy="571298"/>
            <a:chOff x="619125" y="2914745"/>
            <a:chExt cx="2176986" cy="571298"/>
          </a:xfrm>
        </p:grpSpPr>
        <p:sp>
          <p:nvSpPr>
            <p:cNvPr id="62" name="TextBox 61"/>
            <p:cNvSpPr txBox="1"/>
            <p:nvPr/>
          </p:nvSpPr>
          <p:spPr>
            <a:xfrm>
              <a:off x="619125" y="2914745"/>
              <a:ext cx="2503533" cy="1904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100" b="1">
                  <a:solidFill>
                    <a:srgbClr val="22403B"/>
                  </a:solidFill>
                  <a:latin typeface="Roboto"/>
                </a:rPr>
                <a:t>Unsupervised Learning: Finding</a:t>
              </a: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619125" y="3105149"/>
              <a:ext cx="2503533" cy="1904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100" b="1">
                  <a:solidFill>
                    <a:srgbClr val="22403B"/>
                  </a:solidFill>
                  <a:latin typeface="Roboto"/>
                </a:rPr>
                <a:t>hidden patterns in unlabeled data</a:t>
              </a:r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619125" y="3295554"/>
              <a:ext cx="2503533" cy="1904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100" b="1">
                  <a:solidFill>
                    <a:srgbClr val="22403B"/>
                  </a:solidFill>
                  <a:latin typeface="Roboto"/>
                </a:rPr>
                <a:t>(e.g., customer segmentation).</a:t>
              </a:r>
            </a:p>
          </p:txBody>
        </p:sp>
      </p:grpSp>
      <p:sp>
        <p:nvSpPr>
          <p:cNvPr id="66" name="TextBox 65"/>
          <p:cNvSpPr txBox="1"/>
          <p:nvPr/>
        </p:nvSpPr>
        <p:spPr>
          <a:xfrm>
            <a:off x="4825841" y="717232"/>
            <a:ext cx="775666" cy="9429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600" b="1">
                <a:solidFill>
                  <a:srgbClr val="22403B"/>
                </a:solidFill>
                <a:latin typeface="Roboto"/>
              </a:rPr>
              <a:t>No political factors</a:t>
            </a:r>
          </a:p>
        </p:txBody>
      </p:sp>
      <p:grpSp>
        <p:nvGrpSpPr>
          <p:cNvPr id="69" name="Group 68"/>
          <p:cNvGrpSpPr/>
          <p:nvPr/>
        </p:nvGrpSpPr>
        <p:grpSpPr>
          <a:xfrm>
            <a:off x="6396989" y="3027530"/>
            <a:ext cx="963739" cy="188574"/>
            <a:chOff x="6396989" y="3027530"/>
            <a:chExt cx="963739" cy="188574"/>
          </a:xfrm>
        </p:grpSpPr>
        <p:sp>
          <p:nvSpPr>
            <p:cNvPr id="67" name="TextBox 66"/>
            <p:cNvSpPr txBox="1"/>
            <p:nvPr/>
          </p:nvSpPr>
          <p:spPr>
            <a:xfrm>
              <a:off x="6396989" y="3027530"/>
              <a:ext cx="1108299" cy="9429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600" b="1">
                  <a:solidFill>
                    <a:srgbClr val="22403B"/>
                  </a:solidFill>
                  <a:latin typeface="Roboto"/>
                </a:rPr>
                <a:t>Supervised, Unsupervised,</a:t>
              </a:r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6396989" y="3121827"/>
              <a:ext cx="1108299" cy="94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600" b="1">
                  <a:solidFill>
                    <a:srgbClr val="22403B"/>
                  </a:solidFill>
                  <a:latin typeface="Roboto"/>
                </a:rPr>
                <a:t>Reinforcement</a:t>
              </a:r>
            </a:p>
          </p:txBody>
        </p:sp>
      </p:grpSp>
      <p:sp>
        <p:nvSpPr>
          <p:cNvPr id="70" name="TextBox 69"/>
          <p:cNvSpPr txBox="1"/>
          <p:nvPr/>
        </p:nvSpPr>
        <p:spPr>
          <a:xfrm>
            <a:off x="4825841" y="560070"/>
            <a:ext cx="825550" cy="9429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600" b="1">
                <a:solidFill>
                  <a:srgbClr val="22403B"/>
                </a:solidFill>
                <a:latin typeface="Roboto Slab"/>
              </a:rPr>
              <a:t>No political factors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956274" y="3705038"/>
            <a:ext cx="1106416" cy="9429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600" b="1">
                <a:solidFill>
                  <a:srgbClr val="22403B"/>
                </a:solidFill>
                <a:latin typeface="Roboto Slab"/>
              </a:rPr>
              <a:t>No environmental factors</a:t>
            </a:r>
          </a:p>
        </p:txBody>
      </p:sp>
      <p:grpSp>
        <p:nvGrpSpPr>
          <p:cNvPr id="75" name="Group 74"/>
          <p:cNvGrpSpPr/>
          <p:nvPr/>
        </p:nvGrpSpPr>
        <p:grpSpPr>
          <a:xfrm>
            <a:off x="619125" y="3714648"/>
            <a:ext cx="2219325" cy="571298"/>
            <a:chOff x="619125" y="3714648"/>
            <a:chExt cx="2219325" cy="571298"/>
          </a:xfrm>
        </p:grpSpPr>
        <p:sp>
          <p:nvSpPr>
            <p:cNvPr id="72" name="TextBox 71"/>
            <p:cNvSpPr txBox="1"/>
            <p:nvPr/>
          </p:nvSpPr>
          <p:spPr>
            <a:xfrm>
              <a:off x="619125" y="3714648"/>
              <a:ext cx="2552223" cy="1904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100" b="1">
                  <a:solidFill>
                    <a:srgbClr val="22403B"/>
                  </a:solidFill>
                  <a:latin typeface="Roboto"/>
                </a:rPr>
                <a:t>Reinforcement Learning: Learning</a:t>
              </a:r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619125" y="3905052"/>
              <a:ext cx="2552223" cy="1904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100" b="1">
                  <a:solidFill>
                    <a:srgbClr val="22403B"/>
                  </a:solidFill>
                  <a:latin typeface="Roboto"/>
                </a:rPr>
                <a:t>through trial and error to achieve a</a:t>
              </a:r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619125" y="4095457"/>
              <a:ext cx="2552223" cy="1904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100" b="1">
                  <a:solidFill>
                    <a:srgbClr val="22403B"/>
                  </a:solidFill>
                  <a:latin typeface="Roboto"/>
                </a:rPr>
                <a:t>goal (e.g., robotics).</a:t>
              </a:r>
            </a:p>
          </p:txBody>
        </p:sp>
      </p:grpSp>
      <p:sp>
        <p:nvSpPr>
          <p:cNvPr id="76" name="TextBox 75"/>
          <p:cNvSpPr txBox="1"/>
          <p:nvPr/>
        </p:nvSpPr>
        <p:spPr>
          <a:xfrm>
            <a:off x="5956274" y="3862200"/>
            <a:ext cx="1036750" cy="9429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600" b="1">
                <a:solidFill>
                  <a:srgbClr val="22403B"/>
                </a:solidFill>
                <a:latin typeface="Roboto"/>
              </a:rPr>
              <a:t>No environmental factors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825841" y="4331970"/>
            <a:ext cx="679219" cy="9429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600" b="1">
                <a:solidFill>
                  <a:srgbClr val="22403B"/>
                </a:solidFill>
                <a:latin typeface="Roboto Slab"/>
              </a:rPr>
              <a:t>No legal factors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825841" y="4489132"/>
            <a:ext cx="647979" cy="9429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600" b="1">
                <a:solidFill>
                  <a:srgbClr val="22403B"/>
                </a:solidFill>
                <a:latin typeface="Roboto"/>
              </a:rPr>
              <a:t>No legal factors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7886700" y="4829136"/>
            <a:ext cx="1025290" cy="114677"/>
          </a:xfrm>
          <a:custGeom>
            <a:avLst/>
            <a:gdLst/>
            <a:ahLst/>
            <a:cxnLst/>
            <a:rect l="0" t="0" r="0" b="0"/>
            <a:pathLst>
              <a:path w="1025290" h="114677">
                <a:moveTo>
                  <a:pt x="583720" y="112024"/>
                </a:moveTo>
                <a:cubicBezTo>
                  <a:pt x="584031" y="113167"/>
                  <a:pt x="584928" y="114062"/>
                  <a:pt x="586072" y="114370"/>
                </a:cubicBezTo>
                <a:cubicBezTo>
                  <a:pt x="587216" y="114677"/>
                  <a:pt x="588441" y="114353"/>
                  <a:pt x="589283" y="113519"/>
                </a:cubicBezTo>
                <a:lnTo>
                  <a:pt x="638841" y="64551"/>
                </a:lnTo>
                <a:lnTo>
                  <a:pt x="579948" y="98108"/>
                </a:lnTo>
                <a:close/>
                <a:moveTo>
                  <a:pt x="562613" y="581"/>
                </a:moveTo>
                <a:cubicBezTo>
                  <a:pt x="561581" y="0"/>
                  <a:pt x="560315" y="9"/>
                  <a:pt x="559293" y="606"/>
                </a:cubicBezTo>
                <a:cubicBezTo>
                  <a:pt x="558270" y="1204"/>
                  <a:pt x="557640" y="2302"/>
                  <a:pt x="557641" y="3486"/>
                </a:cubicBezTo>
                <a:lnTo>
                  <a:pt x="557641" y="33119"/>
                </a:lnTo>
                <a:lnTo>
                  <a:pt x="588845" y="15326"/>
                </a:lnTo>
                <a:close/>
                <a:moveTo>
                  <a:pt x="598122" y="20631"/>
                </a:moveTo>
                <a:lnTo>
                  <a:pt x="557641" y="43692"/>
                </a:lnTo>
                <a:lnTo>
                  <a:pt x="557641" y="66980"/>
                </a:lnTo>
                <a:lnTo>
                  <a:pt x="618515" y="32271"/>
                </a:lnTo>
                <a:close/>
                <a:moveTo>
                  <a:pt x="642966" y="52093"/>
                </a:moveTo>
                <a:cubicBezTo>
                  <a:pt x="644009" y="51501"/>
                  <a:pt x="644656" y="50391"/>
                  <a:pt x="644656" y="49192"/>
                </a:cubicBezTo>
                <a:cubicBezTo>
                  <a:pt x="644656" y="47993"/>
                  <a:pt x="644009" y="46883"/>
                  <a:pt x="642966" y="46292"/>
                </a:cubicBezTo>
                <a:lnTo>
                  <a:pt x="627802" y="37719"/>
                </a:lnTo>
                <a:lnTo>
                  <a:pt x="557650" y="77715"/>
                </a:lnTo>
                <a:lnTo>
                  <a:pt x="557650" y="94688"/>
                </a:lnTo>
                <a:cubicBezTo>
                  <a:pt x="557648" y="95875"/>
                  <a:pt x="558279" y="96977"/>
                  <a:pt x="559304" y="97575"/>
                </a:cubicBezTo>
                <a:cubicBezTo>
                  <a:pt x="560330" y="98173"/>
                  <a:pt x="561600" y="98180"/>
                  <a:pt x="562632" y="97593"/>
                </a:cubicBezTo>
                <a:lnTo>
                  <a:pt x="642975" y="52093"/>
                </a:lnTo>
                <a:close/>
                <a:moveTo>
                  <a:pt x="386162" y="14450"/>
                </a:moveTo>
                <a:cubicBezTo>
                  <a:pt x="386162" y="10325"/>
                  <a:pt x="389543" y="6992"/>
                  <a:pt x="393706" y="6992"/>
                </a:cubicBezTo>
                <a:cubicBezTo>
                  <a:pt x="397868" y="6992"/>
                  <a:pt x="401250" y="10325"/>
                  <a:pt x="401250" y="14450"/>
                </a:cubicBezTo>
                <a:cubicBezTo>
                  <a:pt x="401250" y="18574"/>
                  <a:pt x="397868" y="21908"/>
                  <a:pt x="393706" y="21908"/>
                </a:cubicBezTo>
                <a:cubicBezTo>
                  <a:pt x="389543" y="21908"/>
                  <a:pt x="386162" y="18574"/>
                  <a:pt x="386162" y="14450"/>
                </a:cubicBezTo>
                <a:close/>
                <a:moveTo>
                  <a:pt x="949766" y="14450"/>
                </a:moveTo>
                <a:cubicBezTo>
                  <a:pt x="949766" y="10325"/>
                  <a:pt x="953147" y="6992"/>
                  <a:pt x="957310" y="6992"/>
                </a:cubicBezTo>
                <a:cubicBezTo>
                  <a:pt x="961472" y="6992"/>
                  <a:pt x="964853" y="10325"/>
                  <a:pt x="964853" y="14450"/>
                </a:cubicBezTo>
                <a:cubicBezTo>
                  <a:pt x="964853" y="18574"/>
                  <a:pt x="961472" y="21908"/>
                  <a:pt x="957310" y="21908"/>
                </a:cubicBezTo>
                <a:cubicBezTo>
                  <a:pt x="953147" y="21908"/>
                  <a:pt x="949766" y="18574"/>
                  <a:pt x="949766" y="14450"/>
                </a:cubicBezTo>
                <a:close/>
                <a:moveTo>
                  <a:pt x="131083" y="87183"/>
                </a:moveTo>
                <a:lnTo>
                  <a:pt x="118986" y="87183"/>
                </a:lnTo>
                <a:lnTo>
                  <a:pt x="118986" y="82544"/>
                </a:lnTo>
                <a:cubicBezTo>
                  <a:pt x="116357" y="84459"/>
                  <a:pt x="110756" y="88345"/>
                  <a:pt x="101069" y="88345"/>
                </a:cubicBezTo>
                <a:cubicBezTo>
                  <a:pt x="89620" y="88345"/>
                  <a:pt x="79409" y="80782"/>
                  <a:pt x="80714" y="68552"/>
                </a:cubicBezTo>
                <a:cubicBezTo>
                  <a:pt x="81838" y="58017"/>
                  <a:pt x="91697" y="53464"/>
                  <a:pt x="98317" y="52102"/>
                </a:cubicBezTo>
                <a:lnTo>
                  <a:pt x="118986" y="48816"/>
                </a:lnTo>
                <a:cubicBezTo>
                  <a:pt x="118986" y="43682"/>
                  <a:pt x="116224" y="39710"/>
                  <a:pt x="108851" y="39234"/>
                </a:cubicBezTo>
                <a:cubicBezTo>
                  <a:pt x="101479" y="38758"/>
                  <a:pt x="97326" y="42139"/>
                  <a:pt x="93887" y="48921"/>
                </a:cubicBezTo>
                <a:lnTo>
                  <a:pt x="83181" y="43158"/>
                </a:lnTo>
                <a:cubicBezTo>
                  <a:pt x="94783" y="18098"/>
                  <a:pt x="131083" y="26356"/>
                  <a:pt x="131083" y="47101"/>
                </a:cubicBezTo>
                <a:lnTo>
                  <a:pt x="131083" y="87173"/>
                </a:lnTo>
                <a:close/>
                <a:moveTo>
                  <a:pt x="118986" y="59941"/>
                </a:moveTo>
                <a:lnTo>
                  <a:pt x="101688" y="62770"/>
                </a:lnTo>
                <a:cubicBezTo>
                  <a:pt x="97450" y="63789"/>
                  <a:pt x="92592" y="66037"/>
                  <a:pt x="93059" y="71324"/>
                </a:cubicBezTo>
                <a:cubicBezTo>
                  <a:pt x="93649" y="77934"/>
                  <a:pt x="105594" y="78610"/>
                  <a:pt x="111185" y="75086"/>
                </a:cubicBezTo>
                <a:cubicBezTo>
                  <a:pt x="118395" y="70533"/>
                  <a:pt x="119043" y="63713"/>
                  <a:pt x="118986" y="59941"/>
                </a:cubicBezTo>
                <a:close/>
                <a:moveTo>
                  <a:pt x="811091" y="87183"/>
                </a:moveTo>
                <a:lnTo>
                  <a:pt x="798995" y="87183"/>
                </a:lnTo>
                <a:lnTo>
                  <a:pt x="798995" y="82544"/>
                </a:lnTo>
                <a:cubicBezTo>
                  <a:pt x="796366" y="84459"/>
                  <a:pt x="790765" y="88345"/>
                  <a:pt x="781078" y="88345"/>
                </a:cubicBezTo>
                <a:cubicBezTo>
                  <a:pt x="769629" y="88345"/>
                  <a:pt x="759418" y="80782"/>
                  <a:pt x="760723" y="68552"/>
                </a:cubicBezTo>
                <a:cubicBezTo>
                  <a:pt x="761847" y="58017"/>
                  <a:pt x="771705" y="53464"/>
                  <a:pt x="778325" y="52102"/>
                </a:cubicBezTo>
                <a:lnTo>
                  <a:pt x="798995" y="48816"/>
                </a:lnTo>
                <a:cubicBezTo>
                  <a:pt x="798995" y="43682"/>
                  <a:pt x="796232" y="39710"/>
                  <a:pt x="788860" y="39234"/>
                </a:cubicBezTo>
                <a:cubicBezTo>
                  <a:pt x="781488" y="38758"/>
                  <a:pt x="777335" y="42139"/>
                  <a:pt x="773896" y="48921"/>
                </a:cubicBezTo>
                <a:lnTo>
                  <a:pt x="763190" y="43158"/>
                </a:lnTo>
                <a:cubicBezTo>
                  <a:pt x="774792" y="18098"/>
                  <a:pt x="811091" y="26356"/>
                  <a:pt x="811091" y="47101"/>
                </a:cubicBezTo>
                <a:lnTo>
                  <a:pt x="811091" y="87173"/>
                </a:lnTo>
                <a:close/>
                <a:moveTo>
                  <a:pt x="798995" y="59941"/>
                </a:moveTo>
                <a:lnTo>
                  <a:pt x="798985" y="59941"/>
                </a:lnTo>
                <a:lnTo>
                  <a:pt x="781688" y="62770"/>
                </a:lnTo>
                <a:cubicBezTo>
                  <a:pt x="777449" y="63789"/>
                  <a:pt x="772591" y="66037"/>
                  <a:pt x="773058" y="71324"/>
                </a:cubicBezTo>
                <a:cubicBezTo>
                  <a:pt x="773649" y="77934"/>
                  <a:pt x="785593" y="78610"/>
                  <a:pt x="791184" y="75086"/>
                </a:cubicBezTo>
                <a:cubicBezTo>
                  <a:pt x="798404" y="70533"/>
                  <a:pt x="799052" y="63713"/>
                  <a:pt x="798995" y="59941"/>
                </a:cubicBezTo>
                <a:close/>
                <a:moveTo>
                  <a:pt x="905789" y="87183"/>
                </a:moveTo>
                <a:lnTo>
                  <a:pt x="893921" y="87183"/>
                </a:lnTo>
                <a:lnTo>
                  <a:pt x="893921" y="6696"/>
                </a:lnTo>
                <a:lnTo>
                  <a:pt x="905789" y="6696"/>
                </a:lnTo>
                <a:lnTo>
                  <a:pt x="905789" y="53321"/>
                </a:lnTo>
                <a:lnTo>
                  <a:pt x="931316" y="28947"/>
                </a:lnTo>
                <a:lnTo>
                  <a:pt x="947870" y="28947"/>
                </a:lnTo>
                <a:lnTo>
                  <a:pt x="922791" y="53093"/>
                </a:lnTo>
                <a:lnTo>
                  <a:pt x="948651" y="87173"/>
                </a:lnTo>
                <a:lnTo>
                  <a:pt x="933830" y="87173"/>
                </a:lnTo>
                <a:lnTo>
                  <a:pt x="914047" y="61389"/>
                </a:lnTo>
                <a:lnTo>
                  <a:pt x="905789" y="69428"/>
                </a:lnTo>
                <a:lnTo>
                  <a:pt x="905789" y="87173"/>
                </a:lnTo>
                <a:close/>
                <a:moveTo>
                  <a:pt x="963444" y="28947"/>
                </a:moveTo>
                <a:lnTo>
                  <a:pt x="951490" y="28947"/>
                </a:lnTo>
                <a:lnTo>
                  <a:pt x="951490" y="87173"/>
                </a:lnTo>
                <a:lnTo>
                  <a:pt x="963444" y="87173"/>
                </a:lnTo>
                <a:close/>
                <a:moveTo>
                  <a:pt x="399564" y="28947"/>
                </a:moveTo>
                <a:lnTo>
                  <a:pt x="387610" y="28947"/>
                </a:lnTo>
                <a:lnTo>
                  <a:pt x="387610" y="87173"/>
                </a:lnTo>
                <a:lnTo>
                  <a:pt x="399564" y="87173"/>
                </a:lnTo>
                <a:close/>
                <a:moveTo>
                  <a:pt x="452751" y="87173"/>
                </a:moveTo>
                <a:lnTo>
                  <a:pt x="452751" y="6677"/>
                </a:lnTo>
                <a:lnTo>
                  <a:pt x="464705" y="6677"/>
                </a:lnTo>
                <a:lnTo>
                  <a:pt x="464705" y="32347"/>
                </a:lnTo>
                <a:cubicBezTo>
                  <a:pt x="468144" y="29052"/>
                  <a:pt x="474230" y="27728"/>
                  <a:pt x="478707" y="27728"/>
                </a:cubicBezTo>
                <a:cubicBezTo>
                  <a:pt x="492537" y="27728"/>
                  <a:pt x="502300" y="38034"/>
                  <a:pt x="502110" y="51045"/>
                </a:cubicBezTo>
                <a:lnTo>
                  <a:pt x="502110" y="87164"/>
                </a:lnTo>
                <a:lnTo>
                  <a:pt x="490013" y="87164"/>
                </a:lnTo>
                <a:lnTo>
                  <a:pt x="490013" y="52112"/>
                </a:lnTo>
                <a:cubicBezTo>
                  <a:pt x="490013" y="48225"/>
                  <a:pt x="487975" y="39358"/>
                  <a:pt x="477488" y="39358"/>
                </a:cubicBezTo>
                <a:cubicBezTo>
                  <a:pt x="468268" y="39358"/>
                  <a:pt x="464705" y="46559"/>
                  <a:pt x="464705" y="52112"/>
                </a:cubicBezTo>
                <a:lnTo>
                  <a:pt x="464705" y="87173"/>
                </a:lnTo>
                <a:close/>
                <a:moveTo>
                  <a:pt x="407412" y="40558"/>
                </a:moveTo>
                <a:lnTo>
                  <a:pt x="407412" y="28985"/>
                </a:lnTo>
                <a:lnTo>
                  <a:pt x="413327" y="28985"/>
                </a:lnTo>
                <a:cubicBezTo>
                  <a:pt x="414464" y="28985"/>
                  <a:pt x="415555" y="28533"/>
                  <a:pt x="416358" y="27729"/>
                </a:cubicBezTo>
                <a:cubicBezTo>
                  <a:pt x="417162" y="26926"/>
                  <a:pt x="417614" y="25835"/>
                  <a:pt x="417614" y="24699"/>
                </a:cubicBezTo>
                <a:lnTo>
                  <a:pt x="417614" y="16555"/>
                </a:lnTo>
                <a:lnTo>
                  <a:pt x="429529" y="16555"/>
                </a:lnTo>
                <a:lnTo>
                  <a:pt x="429529" y="28985"/>
                </a:lnTo>
                <a:lnTo>
                  <a:pt x="441998" y="28985"/>
                </a:lnTo>
                <a:lnTo>
                  <a:pt x="441998" y="40558"/>
                </a:lnTo>
                <a:lnTo>
                  <a:pt x="429529" y="40558"/>
                </a:lnTo>
                <a:lnTo>
                  <a:pt x="429529" y="70171"/>
                </a:lnTo>
                <a:cubicBezTo>
                  <a:pt x="429529" y="72962"/>
                  <a:pt x="430530" y="76496"/>
                  <a:pt x="435702" y="76496"/>
                </a:cubicBezTo>
                <a:cubicBezTo>
                  <a:pt x="439178" y="76496"/>
                  <a:pt x="440759" y="76162"/>
                  <a:pt x="442712" y="75829"/>
                </a:cubicBezTo>
                <a:lnTo>
                  <a:pt x="442712" y="86659"/>
                </a:lnTo>
                <a:cubicBezTo>
                  <a:pt x="442712" y="86659"/>
                  <a:pt x="439273" y="87735"/>
                  <a:pt x="434549" y="87735"/>
                </a:cubicBezTo>
                <a:cubicBezTo>
                  <a:pt x="421233" y="87735"/>
                  <a:pt x="417623" y="77724"/>
                  <a:pt x="417623" y="70704"/>
                </a:cubicBezTo>
                <a:lnTo>
                  <a:pt x="417623" y="40558"/>
                </a:lnTo>
                <a:lnTo>
                  <a:pt x="407422" y="40558"/>
                </a:lnTo>
                <a:close/>
                <a:moveTo>
                  <a:pt x="309829" y="28985"/>
                </a:moveTo>
                <a:lnTo>
                  <a:pt x="296551" y="28985"/>
                </a:lnTo>
                <a:lnTo>
                  <a:pt x="317420" y="87145"/>
                </a:lnTo>
                <a:lnTo>
                  <a:pt x="328136" y="87145"/>
                </a:lnTo>
                <a:lnTo>
                  <a:pt x="339890" y="49826"/>
                </a:lnTo>
                <a:lnTo>
                  <a:pt x="351682" y="87145"/>
                </a:lnTo>
                <a:lnTo>
                  <a:pt x="362435" y="87145"/>
                </a:lnTo>
                <a:lnTo>
                  <a:pt x="383276" y="28985"/>
                </a:lnTo>
                <a:lnTo>
                  <a:pt x="370103" y="28985"/>
                </a:lnTo>
                <a:lnTo>
                  <a:pt x="357158" y="66418"/>
                </a:lnTo>
                <a:lnTo>
                  <a:pt x="345195" y="28985"/>
                </a:lnTo>
                <a:lnTo>
                  <a:pt x="334489" y="28985"/>
                </a:lnTo>
                <a:lnTo>
                  <a:pt x="322659" y="66675"/>
                </a:lnTo>
                <a:lnTo>
                  <a:pt x="309819" y="28985"/>
                </a:lnTo>
                <a:close/>
                <a:moveTo>
                  <a:pt x="211569" y="58531"/>
                </a:moveTo>
                <a:cubicBezTo>
                  <a:pt x="211378" y="73448"/>
                  <a:pt x="222875" y="88335"/>
                  <a:pt x="242268" y="88335"/>
                </a:cubicBezTo>
                <a:cubicBezTo>
                  <a:pt x="257184" y="88335"/>
                  <a:pt x="264966" y="79591"/>
                  <a:pt x="268309" y="71962"/>
                </a:cubicBezTo>
                <a:lnTo>
                  <a:pt x="258813" y="66713"/>
                </a:lnTo>
                <a:cubicBezTo>
                  <a:pt x="255812" y="70514"/>
                  <a:pt x="251183" y="77134"/>
                  <a:pt x="242258" y="77134"/>
                </a:cubicBezTo>
                <a:cubicBezTo>
                  <a:pt x="231352" y="77134"/>
                  <a:pt x="224875" y="69695"/>
                  <a:pt x="224247" y="62656"/>
                </a:cubicBezTo>
                <a:lnTo>
                  <a:pt x="268300" y="62656"/>
                </a:lnTo>
                <a:cubicBezTo>
                  <a:pt x="269005" y="59951"/>
                  <a:pt x="269709" y="53178"/>
                  <a:pt x="268014" y="47806"/>
                </a:cubicBezTo>
                <a:cubicBezTo>
                  <a:pt x="264814" y="37672"/>
                  <a:pt x="256384" y="27785"/>
                  <a:pt x="240972" y="27785"/>
                </a:cubicBezTo>
                <a:cubicBezTo>
                  <a:pt x="225561" y="27785"/>
                  <a:pt x="211559" y="38758"/>
                  <a:pt x="211559" y="58522"/>
                </a:cubicBezTo>
                <a:close/>
                <a:moveTo>
                  <a:pt x="224551" y="51388"/>
                </a:moveTo>
                <a:cubicBezTo>
                  <a:pt x="226630" y="44067"/>
                  <a:pt x="233371" y="38983"/>
                  <a:pt x="240982" y="38996"/>
                </a:cubicBezTo>
                <a:cubicBezTo>
                  <a:pt x="251050" y="38996"/>
                  <a:pt x="255917" y="47292"/>
                  <a:pt x="256441" y="51388"/>
                </a:cubicBezTo>
                <a:close/>
                <a:moveTo>
                  <a:pt x="141131" y="58531"/>
                </a:moveTo>
                <a:cubicBezTo>
                  <a:pt x="141493" y="75276"/>
                  <a:pt x="153295" y="88373"/>
                  <a:pt x="171088" y="88373"/>
                </a:cubicBezTo>
                <a:cubicBezTo>
                  <a:pt x="181317" y="88373"/>
                  <a:pt x="187499" y="83830"/>
                  <a:pt x="189766" y="81972"/>
                </a:cubicBezTo>
                <a:lnTo>
                  <a:pt x="189766" y="87183"/>
                </a:lnTo>
                <a:lnTo>
                  <a:pt x="201596" y="87183"/>
                </a:lnTo>
                <a:lnTo>
                  <a:pt x="201596" y="6735"/>
                </a:lnTo>
                <a:lnTo>
                  <a:pt x="189614" y="6735"/>
                </a:lnTo>
                <a:lnTo>
                  <a:pt x="189614" y="34243"/>
                </a:lnTo>
                <a:cubicBezTo>
                  <a:pt x="185670" y="30814"/>
                  <a:pt x="179498" y="27766"/>
                  <a:pt x="171230" y="27766"/>
                </a:cubicBezTo>
                <a:cubicBezTo>
                  <a:pt x="153038" y="27766"/>
                  <a:pt x="140769" y="41796"/>
                  <a:pt x="141131" y="58531"/>
                </a:cubicBezTo>
                <a:close/>
                <a:moveTo>
                  <a:pt x="153600" y="57769"/>
                </a:moveTo>
                <a:lnTo>
                  <a:pt x="153590" y="57769"/>
                </a:lnTo>
                <a:cubicBezTo>
                  <a:pt x="153590" y="47121"/>
                  <a:pt x="161629" y="39520"/>
                  <a:pt x="170783" y="39520"/>
                </a:cubicBezTo>
                <a:cubicBezTo>
                  <a:pt x="179936" y="39520"/>
                  <a:pt x="189566" y="45416"/>
                  <a:pt x="189566" y="58474"/>
                </a:cubicBezTo>
                <a:cubicBezTo>
                  <a:pt x="189631" y="63362"/>
                  <a:pt x="187692" y="68069"/>
                  <a:pt x="184204" y="71492"/>
                </a:cubicBezTo>
                <a:cubicBezTo>
                  <a:pt x="180715" y="74916"/>
                  <a:pt x="175973" y="76766"/>
                  <a:pt x="171088" y="76610"/>
                </a:cubicBezTo>
                <a:cubicBezTo>
                  <a:pt x="160486" y="76610"/>
                  <a:pt x="153600" y="68428"/>
                  <a:pt x="153600" y="57769"/>
                </a:cubicBezTo>
                <a:close/>
                <a:moveTo>
                  <a:pt x="884005" y="57503"/>
                </a:moveTo>
                <a:cubicBezTo>
                  <a:pt x="883643" y="40758"/>
                  <a:pt x="871842" y="27661"/>
                  <a:pt x="854049" y="27661"/>
                </a:cubicBezTo>
                <a:cubicBezTo>
                  <a:pt x="843819" y="27661"/>
                  <a:pt x="837638" y="32204"/>
                  <a:pt x="835371" y="34062"/>
                </a:cubicBezTo>
                <a:lnTo>
                  <a:pt x="835371" y="28852"/>
                </a:lnTo>
                <a:lnTo>
                  <a:pt x="823541" y="28852"/>
                </a:lnTo>
                <a:lnTo>
                  <a:pt x="823541" y="107147"/>
                </a:lnTo>
                <a:lnTo>
                  <a:pt x="835523" y="107147"/>
                </a:lnTo>
                <a:lnTo>
                  <a:pt x="835523" y="81792"/>
                </a:lnTo>
                <a:cubicBezTo>
                  <a:pt x="839466" y="85221"/>
                  <a:pt x="845648" y="88269"/>
                  <a:pt x="853906" y="88269"/>
                </a:cubicBezTo>
                <a:cubicBezTo>
                  <a:pt x="872099" y="88269"/>
                  <a:pt x="884367" y="74238"/>
                  <a:pt x="884005" y="57503"/>
                </a:cubicBezTo>
                <a:close/>
                <a:moveTo>
                  <a:pt x="871537" y="58265"/>
                </a:moveTo>
                <a:cubicBezTo>
                  <a:pt x="871537" y="68914"/>
                  <a:pt x="863507" y="76515"/>
                  <a:pt x="854354" y="76515"/>
                </a:cubicBezTo>
                <a:cubicBezTo>
                  <a:pt x="845200" y="76515"/>
                  <a:pt x="835571" y="70619"/>
                  <a:pt x="835571" y="57560"/>
                </a:cubicBezTo>
                <a:cubicBezTo>
                  <a:pt x="835506" y="52673"/>
                  <a:pt x="837445" y="47966"/>
                  <a:pt x="840933" y="44542"/>
                </a:cubicBezTo>
                <a:cubicBezTo>
                  <a:pt x="844421" y="41118"/>
                  <a:pt x="849164" y="39268"/>
                  <a:pt x="854049" y="39424"/>
                </a:cubicBezTo>
                <a:cubicBezTo>
                  <a:pt x="864650" y="39424"/>
                  <a:pt x="871537" y="47606"/>
                  <a:pt x="871537" y="58265"/>
                </a:cubicBezTo>
                <a:close/>
                <a:moveTo>
                  <a:pt x="975750" y="87411"/>
                </a:moveTo>
                <a:lnTo>
                  <a:pt x="975750" y="28956"/>
                </a:lnTo>
                <a:lnTo>
                  <a:pt x="987694" y="28956"/>
                </a:lnTo>
                <a:lnTo>
                  <a:pt x="987694" y="32595"/>
                </a:lnTo>
                <a:cubicBezTo>
                  <a:pt x="991133" y="29299"/>
                  <a:pt x="997219" y="27975"/>
                  <a:pt x="1001696" y="27975"/>
                </a:cubicBezTo>
                <a:cubicBezTo>
                  <a:pt x="1015526" y="27975"/>
                  <a:pt x="1025290" y="38281"/>
                  <a:pt x="1025099" y="51292"/>
                </a:cubicBezTo>
                <a:lnTo>
                  <a:pt x="1025099" y="87411"/>
                </a:lnTo>
                <a:lnTo>
                  <a:pt x="1013002" y="87411"/>
                </a:lnTo>
                <a:lnTo>
                  <a:pt x="1013002" y="52350"/>
                </a:lnTo>
                <a:cubicBezTo>
                  <a:pt x="1013002" y="48464"/>
                  <a:pt x="1010964" y="39596"/>
                  <a:pt x="1000477" y="39596"/>
                </a:cubicBezTo>
                <a:cubicBezTo>
                  <a:pt x="991247" y="39596"/>
                  <a:pt x="987694" y="46797"/>
                  <a:pt x="987694" y="52350"/>
                </a:cubicBezTo>
                <a:lnTo>
                  <a:pt x="987694" y="87411"/>
                </a:lnTo>
                <a:close/>
                <a:moveTo>
                  <a:pt x="686352" y="87211"/>
                </a:moveTo>
                <a:lnTo>
                  <a:pt x="686352" y="7887"/>
                </a:lnTo>
                <a:lnTo>
                  <a:pt x="696677" y="7887"/>
                </a:lnTo>
                <a:lnTo>
                  <a:pt x="736825" y="62913"/>
                </a:lnTo>
                <a:lnTo>
                  <a:pt x="736825" y="7887"/>
                </a:lnTo>
                <a:lnTo>
                  <a:pt x="749398" y="7887"/>
                </a:lnTo>
                <a:lnTo>
                  <a:pt x="749398" y="87211"/>
                </a:lnTo>
                <a:lnTo>
                  <a:pt x="738978" y="87211"/>
                </a:lnTo>
                <a:lnTo>
                  <a:pt x="698906" y="32004"/>
                </a:lnTo>
                <a:lnTo>
                  <a:pt x="698906" y="87211"/>
                </a:lnTo>
                <a:lnTo>
                  <a:pt x="686342" y="87211"/>
                </a:lnTo>
                <a:close/>
                <a:moveTo>
                  <a:pt x="11811" y="87183"/>
                </a:moveTo>
                <a:lnTo>
                  <a:pt x="0" y="87183"/>
                </a:lnTo>
                <a:lnTo>
                  <a:pt x="0" y="13154"/>
                </a:lnTo>
                <a:lnTo>
                  <a:pt x="9658" y="13154"/>
                </a:lnTo>
                <a:lnTo>
                  <a:pt x="35032" y="47416"/>
                </a:lnTo>
                <a:lnTo>
                  <a:pt x="60312" y="13202"/>
                </a:lnTo>
                <a:lnTo>
                  <a:pt x="70123" y="13202"/>
                </a:lnTo>
                <a:lnTo>
                  <a:pt x="70123" y="87173"/>
                </a:lnTo>
                <a:lnTo>
                  <a:pt x="58159" y="87173"/>
                </a:lnTo>
                <a:lnTo>
                  <a:pt x="58159" y="35871"/>
                </a:lnTo>
                <a:lnTo>
                  <a:pt x="35032" y="67361"/>
                </a:lnTo>
                <a:lnTo>
                  <a:pt x="11811" y="35681"/>
                </a:lnTo>
                <a:close/>
              </a:path>
            </a:pathLst>
          </a:custGeom>
          <a:solidFill>
            <a:srgbClr val="5E8D76">
              <a:alpha val="53333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43955" y="2225379"/>
            <a:ext cx="9525" cy="1419895"/>
          </a:xfrm>
          <a:custGeom>
            <a:avLst/>
            <a:gdLst/>
            <a:ahLst/>
            <a:cxnLst/>
            <a:rect l="0" t="0" r="0" b="0"/>
            <a:pathLst>
              <a:path w="9525" h="1419895">
                <a:moveTo>
                  <a:pt x="0" y="1419895"/>
                </a:moveTo>
                <a:lnTo>
                  <a:pt x="0" y="0"/>
                </a:lnTo>
              </a:path>
            </a:pathLst>
          </a:custGeom>
          <a:noFill/>
          <a:ln w="5543">
            <a:solidFill>
              <a:srgbClr val="22403B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852595" y="2225379"/>
            <a:ext cx="9525" cy="1419895"/>
          </a:xfrm>
          <a:custGeom>
            <a:avLst/>
            <a:gdLst/>
            <a:ahLst/>
            <a:cxnLst/>
            <a:rect l="0" t="0" r="0" b="0"/>
            <a:pathLst>
              <a:path w="9525" h="1419895">
                <a:moveTo>
                  <a:pt x="0" y="1419895"/>
                </a:moveTo>
                <a:lnTo>
                  <a:pt x="0" y="0"/>
                </a:lnTo>
              </a:path>
            </a:pathLst>
          </a:custGeom>
          <a:noFill/>
          <a:ln w="5543">
            <a:solidFill>
              <a:srgbClr val="22403B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61234" y="2225379"/>
            <a:ext cx="9525" cy="1419895"/>
          </a:xfrm>
          <a:custGeom>
            <a:avLst/>
            <a:gdLst/>
            <a:ahLst/>
            <a:cxnLst/>
            <a:rect l="0" t="0" r="0" b="0"/>
            <a:pathLst>
              <a:path w="9525" h="1419895">
                <a:moveTo>
                  <a:pt x="0" y="1419895"/>
                </a:moveTo>
                <a:lnTo>
                  <a:pt x="0" y="0"/>
                </a:lnTo>
              </a:path>
            </a:pathLst>
          </a:custGeom>
          <a:noFill/>
          <a:ln w="5543">
            <a:solidFill>
              <a:srgbClr val="22403B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869873" y="2225379"/>
            <a:ext cx="9525" cy="1419895"/>
          </a:xfrm>
          <a:custGeom>
            <a:avLst/>
            <a:gdLst/>
            <a:ahLst/>
            <a:cxnLst/>
            <a:rect l="0" t="0" r="0" b="0"/>
            <a:pathLst>
              <a:path w="9525" h="1419895">
                <a:moveTo>
                  <a:pt x="0" y="1419895"/>
                </a:moveTo>
                <a:lnTo>
                  <a:pt x="0" y="0"/>
                </a:lnTo>
              </a:path>
            </a:pathLst>
          </a:custGeom>
          <a:noFill/>
          <a:ln w="5543">
            <a:solidFill>
              <a:srgbClr val="22403B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78512" y="2225379"/>
            <a:ext cx="9525" cy="1419895"/>
          </a:xfrm>
          <a:custGeom>
            <a:avLst/>
            <a:gdLst/>
            <a:ahLst/>
            <a:cxnLst/>
            <a:rect l="0" t="0" r="0" b="0"/>
            <a:pathLst>
              <a:path w="9525" h="1419895">
                <a:moveTo>
                  <a:pt x="0" y="1419895"/>
                </a:moveTo>
                <a:lnTo>
                  <a:pt x="0" y="0"/>
                </a:lnTo>
              </a:path>
            </a:pathLst>
          </a:custGeom>
          <a:noFill/>
          <a:ln w="5543">
            <a:solidFill>
              <a:srgbClr val="22403B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87421" y="2572705"/>
            <a:ext cx="1340510" cy="725243"/>
          </a:xfrm>
          <a:custGeom>
            <a:avLst/>
            <a:gdLst/>
            <a:ahLst/>
            <a:cxnLst/>
            <a:rect l="0" t="0" r="0" b="0"/>
            <a:pathLst>
              <a:path w="1340510" h="725243">
                <a:moveTo>
                  <a:pt x="1033376" y="30584"/>
                </a:moveTo>
                <a:cubicBezTo>
                  <a:pt x="1002830" y="9"/>
                  <a:pt x="953271" y="0"/>
                  <a:pt x="922705" y="30556"/>
                </a:cubicBezTo>
                <a:cubicBezTo>
                  <a:pt x="892149" y="61093"/>
                  <a:pt x="892149" y="110613"/>
                  <a:pt x="922705" y="141150"/>
                </a:cubicBezTo>
                <a:lnTo>
                  <a:pt x="1066009" y="284397"/>
                </a:lnTo>
                <a:lnTo>
                  <a:pt x="664216" y="284397"/>
                </a:lnTo>
                <a:cubicBezTo>
                  <a:pt x="620991" y="284397"/>
                  <a:pt x="585949" y="319420"/>
                  <a:pt x="585949" y="362626"/>
                </a:cubicBezTo>
                <a:cubicBezTo>
                  <a:pt x="585949" y="405822"/>
                  <a:pt x="620991" y="440845"/>
                  <a:pt x="664216" y="440845"/>
                </a:cubicBezTo>
                <a:lnTo>
                  <a:pt x="1066009" y="440845"/>
                </a:lnTo>
                <a:lnTo>
                  <a:pt x="922705" y="584092"/>
                </a:lnTo>
                <a:cubicBezTo>
                  <a:pt x="892149" y="614629"/>
                  <a:pt x="892149" y="664149"/>
                  <a:pt x="922705" y="694686"/>
                </a:cubicBezTo>
                <a:cubicBezTo>
                  <a:pt x="953271" y="725243"/>
                  <a:pt x="1002830" y="725233"/>
                  <a:pt x="1033386" y="694658"/>
                </a:cubicBezTo>
                <a:lnTo>
                  <a:pt x="1309982" y="417909"/>
                </a:lnTo>
                <a:cubicBezTo>
                  <a:pt x="1340510" y="387362"/>
                  <a:pt x="1340510" y="337880"/>
                  <a:pt x="1309982" y="307333"/>
                </a:cubicBezTo>
                <a:lnTo>
                  <a:pt x="1033376" y="30584"/>
                </a:lnTo>
                <a:moveTo>
                  <a:pt x="245078" y="312620"/>
                </a:moveTo>
                <a:lnTo>
                  <a:pt x="295084" y="362626"/>
                </a:lnTo>
                <a:lnTo>
                  <a:pt x="245078" y="412632"/>
                </a:lnTo>
                <a:cubicBezTo>
                  <a:pt x="238182" y="419528"/>
                  <a:pt x="238182" y="430710"/>
                  <a:pt x="245078" y="437607"/>
                </a:cubicBezTo>
                <a:cubicBezTo>
                  <a:pt x="251974" y="444503"/>
                  <a:pt x="263166" y="444503"/>
                  <a:pt x="270062" y="437597"/>
                </a:cubicBezTo>
                <a:lnTo>
                  <a:pt x="332489" y="375104"/>
                </a:lnTo>
                <a:cubicBezTo>
                  <a:pt x="339375" y="368207"/>
                  <a:pt x="339375" y="357035"/>
                  <a:pt x="332489" y="350138"/>
                </a:cubicBezTo>
                <a:lnTo>
                  <a:pt x="270062" y="287645"/>
                </a:lnTo>
                <a:cubicBezTo>
                  <a:pt x="263166" y="280749"/>
                  <a:pt x="251974" y="280749"/>
                  <a:pt x="245078" y="287645"/>
                </a:cubicBezTo>
                <a:cubicBezTo>
                  <a:pt x="238182" y="294541"/>
                  <a:pt x="238182" y="305723"/>
                  <a:pt x="245078" y="312620"/>
                </a:cubicBezTo>
                <a:moveTo>
                  <a:pt x="125987" y="312620"/>
                </a:moveTo>
                <a:lnTo>
                  <a:pt x="175993" y="362626"/>
                </a:lnTo>
                <a:lnTo>
                  <a:pt x="125987" y="412632"/>
                </a:lnTo>
                <a:cubicBezTo>
                  <a:pt x="119091" y="419528"/>
                  <a:pt x="119091" y="430710"/>
                  <a:pt x="125987" y="437607"/>
                </a:cubicBezTo>
                <a:cubicBezTo>
                  <a:pt x="132883" y="444503"/>
                  <a:pt x="144075" y="444503"/>
                  <a:pt x="150971" y="437597"/>
                </a:cubicBezTo>
                <a:lnTo>
                  <a:pt x="213398" y="375104"/>
                </a:lnTo>
                <a:cubicBezTo>
                  <a:pt x="220284" y="368207"/>
                  <a:pt x="220284" y="357035"/>
                  <a:pt x="213398" y="350138"/>
                </a:cubicBezTo>
                <a:lnTo>
                  <a:pt x="150971" y="287645"/>
                </a:lnTo>
                <a:cubicBezTo>
                  <a:pt x="144075" y="280749"/>
                  <a:pt x="132883" y="280749"/>
                  <a:pt x="125987" y="287645"/>
                </a:cubicBezTo>
                <a:cubicBezTo>
                  <a:pt x="119091" y="294541"/>
                  <a:pt x="119091" y="305723"/>
                  <a:pt x="125987" y="312620"/>
                </a:cubicBezTo>
                <a:moveTo>
                  <a:pt x="6896" y="312610"/>
                </a:moveTo>
                <a:lnTo>
                  <a:pt x="56902" y="362626"/>
                </a:lnTo>
                <a:lnTo>
                  <a:pt x="6896" y="412632"/>
                </a:lnTo>
                <a:cubicBezTo>
                  <a:pt x="0" y="419528"/>
                  <a:pt x="0" y="430701"/>
                  <a:pt x="6896" y="437597"/>
                </a:cubicBezTo>
                <a:cubicBezTo>
                  <a:pt x="13792" y="444503"/>
                  <a:pt x="24984" y="444493"/>
                  <a:pt x="31870" y="437597"/>
                </a:cubicBezTo>
                <a:lnTo>
                  <a:pt x="94297" y="375104"/>
                </a:lnTo>
                <a:cubicBezTo>
                  <a:pt x="101193" y="368207"/>
                  <a:pt x="101193" y="357035"/>
                  <a:pt x="94297" y="350138"/>
                </a:cubicBezTo>
                <a:lnTo>
                  <a:pt x="31870" y="287645"/>
                </a:lnTo>
                <a:cubicBezTo>
                  <a:pt x="24984" y="280749"/>
                  <a:pt x="13792" y="280739"/>
                  <a:pt x="6896" y="287645"/>
                </a:cubicBezTo>
                <a:cubicBezTo>
                  <a:pt x="0" y="294541"/>
                  <a:pt x="0" y="305714"/>
                  <a:pt x="6896" y="312610"/>
                </a:cubicBezTo>
                <a:moveTo>
                  <a:pt x="459857" y="440845"/>
                </a:moveTo>
                <a:cubicBezTo>
                  <a:pt x="416661" y="440845"/>
                  <a:pt x="381638" y="405822"/>
                  <a:pt x="381638" y="362616"/>
                </a:cubicBezTo>
                <a:cubicBezTo>
                  <a:pt x="381638" y="319411"/>
                  <a:pt x="416661" y="284397"/>
                  <a:pt x="459857" y="284397"/>
                </a:cubicBezTo>
                <a:cubicBezTo>
                  <a:pt x="503062" y="284397"/>
                  <a:pt x="538086" y="319411"/>
                  <a:pt x="538086" y="362616"/>
                </a:cubicBezTo>
                <a:cubicBezTo>
                  <a:pt x="538086" y="405822"/>
                  <a:pt x="503062" y="440845"/>
                  <a:pt x="459857" y="440845"/>
                </a:cubicBez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7421" y="2572706"/>
            <a:ext cx="1340507" cy="725239"/>
          </a:xfrm>
          <a:custGeom>
            <a:avLst/>
            <a:gdLst/>
            <a:ahLst/>
            <a:cxnLst/>
            <a:rect l="0" t="0" r="0" b="0"/>
            <a:pathLst>
              <a:path w="1340507" h="725239">
                <a:moveTo>
                  <a:pt x="1033381" y="30580"/>
                </a:moveTo>
                <a:cubicBezTo>
                  <a:pt x="1002830" y="12"/>
                  <a:pt x="953268" y="0"/>
                  <a:pt x="922701" y="30552"/>
                </a:cubicBezTo>
                <a:cubicBezTo>
                  <a:pt x="892146" y="61093"/>
                  <a:pt x="892146" y="110610"/>
                  <a:pt x="922701" y="141152"/>
                </a:cubicBezTo>
                <a:lnTo>
                  <a:pt x="1066009" y="284394"/>
                </a:lnTo>
                <a:lnTo>
                  <a:pt x="664213" y="284394"/>
                </a:lnTo>
                <a:cubicBezTo>
                  <a:pt x="620990" y="284394"/>
                  <a:pt x="585951" y="319417"/>
                  <a:pt x="585951" y="362620"/>
                </a:cubicBezTo>
                <a:cubicBezTo>
                  <a:pt x="585951" y="405823"/>
                  <a:pt x="620990" y="440846"/>
                  <a:pt x="664213" y="440846"/>
                </a:cubicBezTo>
                <a:lnTo>
                  <a:pt x="1066008" y="440846"/>
                </a:lnTo>
                <a:lnTo>
                  <a:pt x="922701" y="584087"/>
                </a:lnTo>
                <a:cubicBezTo>
                  <a:pt x="892146" y="614629"/>
                  <a:pt x="892146" y="664146"/>
                  <a:pt x="922701" y="694687"/>
                </a:cubicBezTo>
                <a:cubicBezTo>
                  <a:pt x="953268" y="725239"/>
                  <a:pt x="1002830" y="725227"/>
                  <a:pt x="1033381" y="694659"/>
                </a:cubicBezTo>
                <a:lnTo>
                  <a:pt x="1309981" y="417905"/>
                </a:lnTo>
                <a:cubicBezTo>
                  <a:pt x="1340507" y="387363"/>
                  <a:pt x="1340507" y="337876"/>
                  <a:pt x="1309981" y="307334"/>
                </a:cubicBezTo>
                <a:lnTo>
                  <a:pt x="1033381" y="30580"/>
                </a:lnTo>
                <a:close/>
                <a:moveTo>
                  <a:pt x="245079" y="312615"/>
                </a:moveTo>
                <a:lnTo>
                  <a:pt x="295086" y="362622"/>
                </a:lnTo>
                <a:lnTo>
                  <a:pt x="245079" y="412629"/>
                </a:lnTo>
                <a:cubicBezTo>
                  <a:pt x="238183" y="419525"/>
                  <a:pt x="238183" y="430706"/>
                  <a:pt x="245079" y="437602"/>
                </a:cubicBezTo>
                <a:cubicBezTo>
                  <a:pt x="251978" y="444500"/>
                  <a:pt x="263164" y="444497"/>
                  <a:pt x="270059" y="437595"/>
                </a:cubicBezTo>
                <a:lnTo>
                  <a:pt x="332485" y="375106"/>
                </a:lnTo>
                <a:cubicBezTo>
                  <a:pt x="339375" y="368209"/>
                  <a:pt x="339375" y="357035"/>
                  <a:pt x="332485" y="350138"/>
                </a:cubicBezTo>
                <a:lnTo>
                  <a:pt x="270059" y="287648"/>
                </a:lnTo>
                <a:cubicBezTo>
                  <a:pt x="263164" y="280746"/>
                  <a:pt x="251978" y="280743"/>
                  <a:pt x="245079" y="287642"/>
                </a:cubicBezTo>
                <a:cubicBezTo>
                  <a:pt x="238183" y="294538"/>
                  <a:pt x="238183" y="305719"/>
                  <a:pt x="245079" y="312615"/>
                </a:cubicBezTo>
                <a:close/>
                <a:moveTo>
                  <a:pt x="125987" y="312615"/>
                </a:moveTo>
                <a:lnTo>
                  <a:pt x="175994" y="362622"/>
                </a:lnTo>
                <a:lnTo>
                  <a:pt x="125987" y="412629"/>
                </a:lnTo>
                <a:cubicBezTo>
                  <a:pt x="119091" y="419525"/>
                  <a:pt x="119091" y="430706"/>
                  <a:pt x="125987" y="437602"/>
                </a:cubicBezTo>
                <a:cubicBezTo>
                  <a:pt x="132886" y="444500"/>
                  <a:pt x="144072" y="444497"/>
                  <a:pt x="150967" y="437595"/>
                </a:cubicBezTo>
                <a:lnTo>
                  <a:pt x="213394" y="375106"/>
                </a:lnTo>
                <a:cubicBezTo>
                  <a:pt x="220283" y="368209"/>
                  <a:pt x="220283" y="357035"/>
                  <a:pt x="213394" y="350138"/>
                </a:cubicBezTo>
                <a:lnTo>
                  <a:pt x="150967" y="287648"/>
                </a:lnTo>
                <a:cubicBezTo>
                  <a:pt x="144072" y="280746"/>
                  <a:pt x="132886" y="280743"/>
                  <a:pt x="125987" y="287642"/>
                </a:cubicBezTo>
                <a:cubicBezTo>
                  <a:pt x="119091" y="294538"/>
                  <a:pt x="119091" y="305719"/>
                  <a:pt x="125987" y="312615"/>
                </a:cubicBezTo>
                <a:close/>
                <a:moveTo>
                  <a:pt x="6896" y="312613"/>
                </a:moveTo>
                <a:lnTo>
                  <a:pt x="56902" y="362620"/>
                </a:lnTo>
                <a:lnTo>
                  <a:pt x="6896" y="412627"/>
                </a:lnTo>
                <a:cubicBezTo>
                  <a:pt x="0" y="419523"/>
                  <a:pt x="0" y="430703"/>
                  <a:pt x="6896" y="437600"/>
                </a:cubicBezTo>
                <a:cubicBezTo>
                  <a:pt x="13794" y="444499"/>
                  <a:pt x="24980" y="444496"/>
                  <a:pt x="31875" y="437594"/>
                </a:cubicBezTo>
                <a:lnTo>
                  <a:pt x="94301" y="375103"/>
                </a:lnTo>
                <a:cubicBezTo>
                  <a:pt x="101191" y="368207"/>
                  <a:pt x="101191" y="357033"/>
                  <a:pt x="94301" y="350137"/>
                </a:cubicBezTo>
                <a:lnTo>
                  <a:pt x="31875" y="287647"/>
                </a:lnTo>
                <a:cubicBezTo>
                  <a:pt x="24980" y="280745"/>
                  <a:pt x="13794" y="280742"/>
                  <a:pt x="6896" y="287640"/>
                </a:cubicBezTo>
                <a:cubicBezTo>
                  <a:pt x="0" y="294536"/>
                  <a:pt x="0" y="305717"/>
                  <a:pt x="6896" y="312613"/>
                </a:cubicBezTo>
                <a:close/>
                <a:moveTo>
                  <a:pt x="459861" y="440843"/>
                </a:moveTo>
                <a:cubicBezTo>
                  <a:pt x="416658" y="440843"/>
                  <a:pt x="381635" y="405820"/>
                  <a:pt x="381635" y="362617"/>
                </a:cubicBezTo>
                <a:cubicBezTo>
                  <a:pt x="381635" y="319414"/>
                  <a:pt x="416658" y="284391"/>
                  <a:pt x="459861" y="284391"/>
                </a:cubicBezTo>
                <a:cubicBezTo>
                  <a:pt x="503064" y="284391"/>
                  <a:pt x="538087" y="319414"/>
                  <a:pt x="538087" y="362617"/>
                </a:cubicBezTo>
                <a:cubicBezTo>
                  <a:pt x="538087" y="405820"/>
                  <a:pt x="503064" y="440843"/>
                  <a:pt x="459861" y="440843"/>
                </a:cubicBezTo>
                <a:close/>
              </a:path>
            </a:pathLst>
          </a:custGeom>
          <a:noFill/>
          <a:ln w="5543">
            <a:solidFill>
              <a:srgbClr val="F3F7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396061" y="2572705"/>
            <a:ext cx="1340510" cy="725243"/>
          </a:xfrm>
          <a:custGeom>
            <a:avLst/>
            <a:gdLst/>
            <a:ahLst/>
            <a:cxnLst/>
            <a:rect l="0" t="0" r="0" b="0"/>
            <a:pathLst>
              <a:path w="1340510" h="725243">
                <a:moveTo>
                  <a:pt x="1033376" y="30584"/>
                </a:moveTo>
                <a:cubicBezTo>
                  <a:pt x="1002830" y="9"/>
                  <a:pt x="953271" y="0"/>
                  <a:pt x="922705" y="30556"/>
                </a:cubicBezTo>
                <a:cubicBezTo>
                  <a:pt x="892149" y="61093"/>
                  <a:pt x="892149" y="110613"/>
                  <a:pt x="922705" y="141150"/>
                </a:cubicBezTo>
                <a:lnTo>
                  <a:pt x="1066009" y="284397"/>
                </a:lnTo>
                <a:lnTo>
                  <a:pt x="664216" y="284397"/>
                </a:lnTo>
                <a:cubicBezTo>
                  <a:pt x="620991" y="284397"/>
                  <a:pt x="585949" y="319420"/>
                  <a:pt x="585949" y="362626"/>
                </a:cubicBezTo>
                <a:cubicBezTo>
                  <a:pt x="585949" y="405822"/>
                  <a:pt x="620991" y="440845"/>
                  <a:pt x="664216" y="440845"/>
                </a:cubicBezTo>
                <a:lnTo>
                  <a:pt x="1066009" y="440845"/>
                </a:lnTo>
                <a:lnTo>
                  <a:pt x="922705" y="584092"/>
                </a:lnTo>
                <a:cubicBezTo>
                  <a:pt x="892149" y="614629"/>
                  <a:pt x="892149" y="664149"/>
                  <a:pt x="922705" y="694686"/>
                </a:cubicBezTo>
                <a:cubicBezTo>
                  <a:pt x="953271" y="725243"/>
                  <a:pt x="1002830" y="725233"/>
                  <a:pt x="1033386" y="694658"/>
                </a:cubicBezTo>
                <a:lnTo>
                  <a:pt x="1309982" y="417909"/>
                </a:lnTo>
                <a:cubicBezTo>
                  <a:pt x="1340510" y="387362"/>
                  <a:pt x="1340510" y="337880"/>
                  <a:pt x="1309982" y="307333"/>
                </a:cubicBezTo>
                <a:lnTo>
                  <a:pt x="1033376" y="30584"/>
                </a:lnTo>
                <a:moveTo>
                  <a:pt x="245078" y="312620"/>
                </a:moveTo>
                <a:lnTo>
                  <a:pt x="295084" y="362626"/>
                </a:lnTo>
                <a:lnTo>
                  <a:pt x="245078" y="412632"/>
                </a:lnTo>
                <a:cubicBezTo>
                  <a:pt x="238182" y="419528"/>
                  <a:pt x="238182" y="430710"/>
                  <a:pt x="245078" y="437607"/>
                </a:cubicBezTo>
                <a:cubicBezTo>
                  <a:pt x="251974" y="444503"/>
                  <a:pt x="263166" y="444503"/>
                  <a:pt x="270062" y="437597"/>
                </a:cubicBezTo>
                <a:lnTo>
                  <a:pt x="332489" y="375104"/>
                </a:lnTo>
                <a:cubicBezTo>
                  <a:pt x="339375" y="368207"/>
                  <a:pt x="339375" y="357035"/>
                  <a:pt x="332489" y="350138"/>
                </a:cubicBezTo>
                <a:lnTo>
                  <a:pt x="270062" y="287645"/>
                </a:lnTo>
                <a:cubicBezTo>
                  <a:pt x="263166" y="280749"/>
                  <a:pt x="251974" y="280749"/>
                  <a:pt x="245078" y="287645"/>
                </a:cubicBezTo>
                <a:cubicBezTo>
                  <a:pt x="238182" y="294541"/>
                  <a:pt x="238182" y="305723"/>
                  <a:pt x="245078" y="312620"/>
                </a:cubicBezTo>
                <a:moveTo>
                  <a:pt x="125987" y="312620"/>
                </a:moveTo>
                <a:lnTo>
                  <a:pt x="175993" y="362626"/>
                </a:lnTo>
                <a:lnTo>
                  <a:pt x="125987" y="412632"/>
                </a:lnTo>
                <a:cubicBezTo>
                  <a:pt x="119091" y="419528"/>
                  <a:pt x="119091" y="430710"/>
                  <a:pt x="125987" y="437607"/>
                </a:cubicBezTo>
                <a:cubicBezTo>
                  <a:pt x="132883" y="444503"/>
                  <a:pt x="144075" y="444503"/>
                  <a:pt x="150971" y="437597"/>
                </a:cubicBezTo>
                <a:lnTo>
                  <a:pt x="213398" y="375104"/>
                </a:lnTo>
                <a:cubicBezTo>
                  <a:pt x="220284" y="368207"/>
                  <a:pt x="220284" y="357035"/>
                  <a:pt x="213398" y="350138"/>
                </a:cubicBezTo>
                <a:lnTo>
                  <a:pt x="150971" y="287645"/>
                </a:lnTo>
                <a:cubicBezTo>
                  <a:pt x="144075" y="280749"/>
                  <a:pt x="132883" y="280749"/>
                  <a:pt x="125987" y="287645"/>
                </a:cubicBezTo>
                <a:cubicBezTo>
                  <a:pt x="119091" y="294541"/>
                  <a:pt x="119091" y="305723"/>
                  <a:pt x="125987" y="312620"/>
                </a:cubicBezTo>
                <a:moveTo>
                  <a:pt x="6896" y="312610"/>
                </a:moveTo>
                <a:lnTo>
                  <a:pt x="56902" y="362626"/>
                </a:lnTo>
                <a:lnTo>
                  <a:pt x="6896" y="412632"/>
                </a:lnTo>
                <a:cubicBezTo>
                  <a:pt x="0" y="419528"/>
                  <a:pt x="0" y="430701"/>
                  <a:pt x="6896" y="437597"/>
                </a:cubicBezTo>
                <a:cubicBezTo>
                  <a:pt x="13792" y="444503"/>
                  <a:pt x="24984" y="444493"/>
                  <a:pt x="31870" y="437597"/>
                </a:cubicBezTo>
                <a:lnTo>
                  <a:pt x="94297" y="375104"/>
                </a:lnTo>
                <a:cubicBezTo>
                  <a:pt x="101193" y="368207"/>
                  <a:pt x="101193" y="357035"/>
                  <a:pt x="94297" y="350138"/>
                </a:cubicBezTo>
                <a:lnTo>
                  <a:pt x="31870" y="287645"/>
                </a:lnTo>
                <a:cubicBezTo>
                  <a:pt x="24984" y="280749"/>
                  <a:pt x="13792" y="280739"/>
                  <a:pt x="6896" y="287645"/>
                </a:cubicBezTo>
                <a:cubicBezTo>
                  <a:pt x="0" y="294541"/>
                  <a:pt x="0" y="305714"/>
                  <a:pt x="6896" y="312610"/>
                </a:cubicBezTo>
                <a:moveTo>
                  <a:pt x="459857" y="440845"/>
                </a:moveTo>
                <a:cubicBezTo>
                  <a:pt x="416661" y="440845"/>
                  <a:pt x="381638" y="405822"/>
                  <a:pt x="381638" y="362616"/>
                </a:cubicBezTo>
                <a:cubicBezTo>
                  <a:pt x="381638" y="319411"/>
                  <a:pt x="416661" y="284397"/>
                  <a:pt x="459857" y="284397"/>
                </a:cubicBezTo>
                <a:cubicBezTo>
                  <a:pt x="503062" y="284397"/>
                  <a:pt x="538086" y="319411"/>
                  <a:pt x="538086" y="362616"/>
                </a:cubicBezTo>
                <a:cubicBezTo>
                  <a:pt x="538086" y="405822"/>
                  <a:pt x="503062" y="440845"/>
                  <a:pt x="459857" y="440845"/>
                </a:cubicBez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396060" y="2572706"/>
            <a:ext cx="1340507" cy="725239"/>
          </a:xfrm>
          <a:custGeom>
            <a:avLst/>
            <a:gdLst/>
            <a:ahLst/>
            <a:cxnLst/>
            <a:rect l="0" t="0" r="0" b="0"/>
            <a:pathLst>
              <a:path w="1340507" h="725239">
                <a:moveTo>
                  <a:pt x="1033380" y="30580"/>
                </a:moveTo>
                <a:cubicBezTo>
                  <a:pt x="1002830" y="12"/>
                  <a:pt x="953268" y="0"/>
                  <a:pt x="922701" y="30552"/>
                </a:cubicBezTo>
                <a:cubicBezTo>
                  <a:pt x="892146" y="61093"/>
                  <a:pt x="892146" y="110610"/>
                  <a:pt x="922701" y="141152"/>
                </a:cubicBezTo>
                <a:lnTo>
                  <a:pt x="1066009" y="284394"/>
                </a:lnTo>
                <a:lnTo>
                  <a:pt x="664213" y="284394"/>
                </a:lnTo>
                <a:cubicBezTo>
                  <a:pt x="620990" y="284394"/>
                  <a:pt x="585951" y="319417"/>
                  <a:pt x="585951" y="362620"/>
                </a:cubicBezTo>
                <a:cubicBezTo>
                  <a:pt x="585951" y="405823"/>
                  <a:pt x="620990" y="440846"/>
                  <a:pt x="664213" y="440846"/>
                </a:cubicBezTo>
                <a:lnTo>
                  <a:pt x="1066008" y="440846"/>
                </a:lnTo>
                <a:lnTo>
                  <a:pt x="922701" y="584087"/>
                </a:lnTo>
                <a:cubicBezTo>
                  <a:pt x="892146" y="614629"/>
                  <a:pt x="892146" y="664146"/>
                  <a:pt x="922701" y="694687"/>
                </a:cubicBezTo>
                <a:cubicBezTo>
                  <a:pt x="953268" y="725239"/>
                  <a:pt x="1002830" y="725227"/>
                  <a:pt x="1033381" y="694659"/>
                </a:cubicBezTo>
                <a:lnTo>
                  <a:pt x="1309981" y="417905"/>
                </a:lnTo>
                <a:cubicBezTo>
                  <a:pt x="1340507" y="387363"/>
                  <a:pt x="1340507" y="337876"/>
                  <a:pt x="1309981" y="307334"/>
                </a:cubicBezTo>
                <a:lnTo>
                  <a:pt x="1033380" y="30580"/>
                </a:lnTo>
                <a:close/>
                <a:moveTo>
                  <a:pt x="245079" y="312615"/>
                </a:moveTo>
                <a:lnTo>
                  <a:pt x="295086" y="362622"/>
                </a:lnTo>
                <a:lnTo>
                  <a:pt x="245079" y="412629"/>
                </a:lnTo>
                <a:cubicBezTo>
                  <a:pt x="238183" y="419525"/>
                  <a:pt x="238183" y="430706"/>
                  <a:pt x="245079" y="437602"/>
                </a:cubicBezTo>
                <a:cubicBezTo>
                  <a:pt x="251978" y="444500"/>
                  <a:pt x="263164" y="444497"/>
                  <a:pt x="270059" y="437595"/>
                </a:cubicBezTo>
                <a:lnTo>
                  <a:pt x="332485" y="375106"/>
                </a:lnTo>
                <a:cubicBezTo>
                  <a:pt x="339375" y="368209"/>
                  <a:pt x="339375" y="357035"/>
                  <a:pt x="332485" y="350138"/>
                </a:cubicBezTo>
                <a:lnTo>
                  <a:pt x="270059" y="287648"/>
                </a:lnTo>
                <a:cubicBezTo>
                  <a:pt x="263164" y="280746"/>
                  <a:pt x="251978" y="280743"/>
                  <a:pt x="245079" y="287642"/>
                </a:cubicBezTo>
                <a:cubicBezTo>
                  <a:pt x="238183" y="294538"/>
                  <a:pt x="238183" y="305719"/>
                  <a:pt x="245079" y="312615"/>
                </a:cubicBezTo>
                <a:close/>
                <a:moveTo>
                  <a:pt x="125987" y="312615"/>
                </a:moveTo>
                <a:lnTo>
                  <a:pt x="175994" y="362622"/>
                </a:lnTo>
                <a:lnTo>
                  <a:pt x="125987" y="412629"/>
                </a:lnTo>
                <a:cubicBezTo>
                  <a:pt x="119091" y="419525"/>
                  <a:pt x="119091" y="430706"/>
                  <a:pt x="125987" y="437602"/>
                </a:cubicBezTo>
                <a:cubicBezTo>
                  <a:pt x="132886" y="444500"/>
                  <a:pt x="144072" y="444497"/>
                  <a:pt x="150967" y="437595"/>
                </a:cubicBezTo>
                <a:lnTo>
                  <a:pt x="213394" y="375106"/>
                </a:lnTo>
                <a:cubicBezTo>
                  <a:pt x="220283" y="368209"/>
                  <a:pt x="220283" y="357035"/>
                  <a:pt x="213394" y="350138"/>
                </a:cubicBezTo>
                <a:lnTo>
                  <a:pt x="150967" y="287648"/>
                </a:lnTo>
                <a:cubicBezTo>
                  <a:pt x="144072" y="280746"/>
                  <a:pt x="132886" y="280743"/>
                  <a:pt x="125987" y="287642"/>
                </a:cubicBezTo>
                <a:cubicBezTo>
                  <a:pt x="119091" y="294538"/>
                  <a:pt x="119091" y="305719"/>
                  <a:pt x="125987" y="312615"/>
                </a:cubicBezTo>
                <a:close/>
                <a:moveTo>
                  <a:pt x="6896" y="312613"/>
                </a:moveTo>
                <a:lnTo>
                  <a:pt x="56902" y="362620"/>
                </a:lnTo>
                <a:lnTo>
                  <a:pt x="6896" y="412627"/>
                </a:lnTo>
                <a:cubicBezTo>
                  <a:pt x="0" y="419523"/>
                  <a:pt x="0" y="430703"/>
                  <a:pt x="6896" y="437600"/>
                </a:cubicBezTo>
                <a:cubicBezTo>
                  <a:pt x="13794" y="444499"/>
                  <a:pt x="24980" y="444496"/>
                  <a:pt x="31875" y="437594"/>
                </a:cubicBezTo>
                <a:lnTo>
                  <a:pt x="94301" y="375103"/>
                </a:lnTo>
                <a:cubicBezTo>
                  <a:pt x="101191" y="368207"/>
                  <a:pt x="101191" y="357033"/>
                  <a:pt x="94301" y="350137"/>
                </a:cubicBezTo>
                <a:lnTo>
                  <a:pt x="31875" y="287647"/>
                </a:lnTo>
                <a:cubicBezTo>
                  <a:pt x="24980" y="280745"/>
                  <a:pt x="13794" y="280742"/>
                  <a:pt x="6896" y="287640"/>
                </a:cubicBezTo>
                <a:cubicBezTo>
                  <a:pt x="0" y="294536"/>
                  <a:pt x="0" y="305717"/>
                  <a:pt x="6896" y="312613"/>
                </a:cubicBezTo>
                <a:close/>
                <a:moveTo>
                  <a:pt x="459861" y="440843"/>
                </a:moveTo>
                <a:cubicBezTo>
                  <a:pt x="416658" y="440843"/>
                  <a:pt x="381635" y="405820"/>
                  <a:pt x="381635" y="362617"/>
                </a:cubicBezTo>
                <a:cubicBezTo>
                  <a:pt x="381635" y="319414"/>
                  <a:pt x="416658" y="284391"/>
                  <a:pt x="459861" y="284391"/>
                </a:cubicBezTo>
                <a:cubicBezTo>
                  <a:pt x="503064" y="284391"/>
                  <a:pt x="538087" y="319414"/>
                  <a:pt x="538087" y="362617"/>
                </a:cubicBezTo>
                <a:cubicBezTo>
                  <a:pt x="538087" y="405820"/>
                  <a:pt x="503064" y="440843"/>
                  <a:pt x="459861" y="440843"/>
                </a:cubicBezTo>
                <a:close/>
              </a:path>
            </a:pathLst>
          </a:custGeom>
          <a:noFill/>
          <a:ln w="5543">
            <a:solidFill>
              <a:srgbClr val="F3F7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904700" y="2572705"/>
            <a:ext cx="1340510" cy="725243"/>
          </a:xfrm>
          <a:custGeom>
            <a:avLst/>
            <a:gdLst/>
            <a:ahLst/>
            <a:cxnLst/>
            <a:rect l="0" t="0" r="0" b="0"/>
            <a:pathLst>
              <a:path w="1340510" h="725243">
                <a:moveTo>
                  <a:pt x="1033376" y="30584"/>
                </a:moveTo>
                <a:cubicBezTo>
                  <a:pt x="1002830" y="9"/>
                  <a:pt x="953271" y="0"/>
                  <a:pt x="922705" y="30556"/>
                </a:cubicBezTo>
                <a:cubicBezTo>
                  <a:pt x="892149" y="61093"/>
                  <a:pt x="892149" y="110613"/>
                  <a:pt x="922705" y="141150"/>
                </a:cubicBezTo>
                <a:lnTo>
                  <a:pt x="1066009" y="284397"/>
                </a:lnTo>
                <a:lnTo>
                  <a:pt x="664216" y="284397"/>
                </a:lnTo>
                <a:cubicBezTo>
                  <a:pt x="620991" y="284397"/>
                  <a:pt x="585949" y="319420"/>
                  <a:pt x="585949" y="362626"/>
                </a:cubicBezTo>
                <a:cubicBezTo>
                  <a:pt x="585949" y="405822"/>
                  <a:pt x="620991" y="440845"/>
                  <a:pt x="664216" y="440845"/>
                </a:cubicBezTo>
                <a:lnTo>
                  <a:pt x="1066009" y="440845"/>
                </a:lnTo>
                <a:lnTo>
                  <a:pt x="922705" y="584092"/>
                </a:lnTo>
                <a:cubicBezTo>
                  <a:pt x="892149" y="614629"/>
                  <a:pt x="892149" y="664149"/>
                  <a:pt x="922705" y="694686"/>
                </a:cubicBezTo>
                <a:cubicBezTo>
                  <a:pt x="953271" y="725243"/>
                  <a:pt x="1002830" y="725233"/>
                  <a:pt x="1033386" y="694658"/>
                </a:cubicBezTo>
                <a:lnTo>
                  <a:pt x="1309982" y="417909"/>
                </a:lnTo>
                <a:cubicBezTo>
                  <a:pt x="1340510" y="387362"/>
                  <a:pt x="1340510" y="337880"/>
                  <a:pt x="1309982" y="307333"/>
                </a:cubicBezTo>
                <a:lnTo>
                  <a:pt x="1033376" y="30584"/>
                </a:lnTo>
                <a:moveTo>
                  <a:pt x="245078" y="312620"/>
                </a:moveTo>
                <a:lnTo>
                  <a:pt x="295084" y="362626"/>
                </a:lnTo>
                <a:lnTo>
                  <a:pt x="245078" y="412632"/>
                </a:lnTo>
                <a:cubicBezTo>
                  <a:pt x="238182" y="419528"/>
                  <a:pt x="238182" y="430710"/>
                  <a:pt x="245078" y="437607"/>
                </a:cubicBezTo>
                <a:cubicBezTo>
                  <a:pt x="251974" y="444503"/>
                  <a:pt x="263166" y="444503"/>
                  <a:pt x="270062" y="437597"/>
                </a:cubicBezTo>
                <a:lnTo>
                  <a:pt x="332489" y="375104"/>
                </a:lnTo>
                <a:cubicBezTo>
                  <a:pt x="339375" y="368207"/>
                  <a:pt x="339375" y="357035"/>
                  <a:pt x="332489" y="350138"/>
                </a:cubicBezTo>
                <a:lnTo>
                  <a:pt x="270062" y="287645"/>
                </a:lnTo>
                <a:cubicBezTo>
                  <a:pt x="263166" y="280749"/>
                  <a:pt x="251974" y="280749"/>
                  <a:pt x="245078" y="287645"/>
                </a:cubicBezTo>
                <a:cubicBezTo>
                  <a:pt x="238182" y="294541"/>
                  <a:pt x="238182" y="305723"/>
                  <a:pt x="245078" y="312620"/>
                </a:cubicBezTo>
                <a:moveTo>
                  <a:pt x="125987" y="312620"/>
                </a:moveTo>
                <a:lnTo>
                  <a:pt x="175993" y="362626"/>
                </a:lnTo>
                <a:lnTo>
                  <a:pt x="125987" y="412632"/>
                </a:lnTo>
                <a:cubicBezTo>
                  <a:pt x="119091" y="419528"/>
                  <a:pt x="119091" y="430710"/>
                  <a:pt x="125987" y="437607"/>
                </a:cubicBezTo>
                <a:cubicBezTo>
                  <a:pt x="132883" y="444503"/>
                  <a:pt x="144075" y="444503"/>
                  <a:pt x="150971" y="437597"/>
                </a:cubicBezTo>
                <a:lnTo>
                  <a:pt x="213398" y="375104"/>
                </a:lnTo>
                <a:cubicBezTo>
                  <a:pt x="220284" y="368207"/>
                  <a:pt x="220284" y="357035"/>
                  <a:pt x="213398" y="350138"/>
                </a:cubicBezTo>
                <a:lnTo>
                  <a:pt x="150971" y="287645"/>
                </a:lnTo>
                <a:cubicBezTo>
                  <a:pt x="144075" y="280749"/>
                  <a:pt x="132883" y="280749"/>
                  <a:pt x="125987" y="287645"/>
                </a:cubicBezTo>
                <a:cubicBezTo>
                  <a:pt x="119091" y="294541"/>
                  <a:pt x="119091" y="305723"/>
                  <a:pt x="125987" y="312620"/>
                </a:cubicBezTo>
                <a:moveTo>
                  <a:pt x="6896" y="312610"/>
                </a:moveTo>
                <a:lnTo>
                  <a:pt x="56902" y="362626"/>
                </a:lnTo>
                <a:lnTo>
                  <a:pt x="6896" y="412632"/>
                </a:lnTo>
                <a:cubicBezTo>
                  <a:pt x="0" y="419528"/>
                  <a:pt x="0" y="430701"/>
                  <a:pt x="6896" y="437597"/>
                </a:cubicBezTo>
                <a:cubicBezTo>
                  <a:pt x="13792" y="444503"/>
                  <a:pt x="24984" y="444493"/>
                  <a:pt x="31870" y="437597"/>
                </a:cubicBezTo>
                <a:lnTo>
                  <a:pt x="94297" y="375104"/>
                </a:lnTo>
                <a:cubicBezTo>
                  <a:pt x="101193" y="368207"/>
                  <a:pt x="101193" y="357035"/>
                  <a:pt x="94297" y="350138"/>
                </a:cubicBezTo>
                <a:lnTo>
                  <a:pt x="31870" y="287645"/>
                </a:lnTo>
                <a:cubicBezTo>
                  <a:pt x="24984" y="280749"/>
                  <a:pt x="13792" y="280739"/>
                  <a:pt x="6896" y="287645"/>
                </a:cubicBezTo>
                <a:cubicBezTo>
                  <a:pt x="0" y="294541"/>
                  <a:pt x="0" y="305714"/>
                  <a:pt x="6896" y="312610"/>
                </a:cubicBezTo>
                <a:moveTo>
                  <a:pt x="459857" y="440845"/>
                </a:moveTo>
                <a:cubicBezTo>
                  <a:pt x="416661" y="440845"/>
                  <a:pt x="381638" y="405822"/>
                  <a:pt x="381638" y="362616"/>
                </a:cubicBezTo>
                <a:cubicBezTo>
                  <a:pt x="381638" y="319411"/>
                  <a:pt x="416661" y="284397"/>
                  <a:pt x="459857" y="284397"/>
                </a:cubicBezTo>
                <a:cubicBezTo>
                  <a:pt x="503062" y="284397"/>
                  <a:pt x="538086" y="319411"/>
                  <a:pt x="538086" y="362616"/>
                </a:cubicBezTo>
                <a:cubicBezTo>
                  <a:pt x="538086" y="405822"/>
                  <a:pt x="503062" y="440845"/>
                  <a:pt x="459857" y="440845"/>
                </a:cubicBez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904700" y="2572706"/>
            <a:ext cx="1340507" cy="725239"/>
          </a:xfrm>
          <a:custGeom>
            <a:avLst/>
            <a:gdLst/>
            <a:ahLst/>
            <a:cxnLst/>
            <a:rect l="0" t="0" r="0" b="0"/>
            <a:pathLst>
              <a:path w="1340507" h="725239">
                <a:moveTo>
                  <a:pt x="1033380" y="30580"/>
                </a:moveTo>
                <a:cubicBezTo>
                  <a:pt x="1002830" y="12"/>
                  <a:pt x="953268" y="0"/>
                  <a:pt x="922701" y="30552"/>
                </a:cubicBezTo>
                <a:cubicBezTo>
                  <a:pt x="892146" y="61093"/>
                  <a:pt x="892146" y="110610"/>
                  <a:pt x="922701" y="141152"/>
                </a:cubicBezTo>
                <a:lnTo>
                  <a:pt x="1066009" y="284394"/>
                </a:lnTo>
                <a:lnTo>
                  <a:pt x="664213" y="284394"/>
                </a:lnTo>
                <a:cubicBezTo>
                  <a:pt x="620990" y="284394"/>
                  <a:pt x="585951" y="319417"/>
                  <a:pt x="585951" y="362620"/>
                </a:cubicBezTo>
                <a:cubicBezTo>
                  <a:pt x="585951" y="405823"/>
                  <a:pt x="620990" y="440846"/>
                  <a:pt x="664213" y="440846"/>
                </a:cubicBezTo>
                <a:lnTo>
                  <a:pt x="1066008" y="440846"/>
                </a:lnTo>
                <a:lnTo>
                  <a:pt x="922701" y="584087"/>
                </a:lnTo>
                <a:cubicBezTo>
                  <a:pt x="892146" y="614629"/>
                  <a:pt x="892146" y="664146"/>
                  <a:pt x="922701" y="694687"/>
                </a:cubicBezTo>
                <a:cubicBezTo>
                  <a:pt x="953268" y="725239"/>
                  <a:pt x="1002830" y="725227"/>
                  <a:pt x="1033381" y="694659"/>
                </a:cubicBezTo>
                <a:lnTo>
                  <a:pt x="1309981" y="417905"/>
                </a:lnTo>
                <a:cubicBezTo>
                  <a:pt x="1340507" y="387363"/>
                  <a:pt x="1340507" y="337876"/>
                  <a:pt x="1309981" y="307334"/>
                </a:cubicBezTo>
                <a:lnTo>
                  <a:pt x="1033380" y="30580"/>
                </a:lnTo>
                <a:close/>
                <a:moveTo>
                  <a:pt x="245079" y="312615"/>
                </a:moveTo>
                <a:lnTo>
                  <a:pt x="295086" y="362622"/>
                </a:lnTo>
                <a:lnTo>
                  <a:pt x="245079" y="412629"/>
                </a:lnTo>
                <a:cubicBezTo>
                  <a:pt x="238183" y="419525"/>
                  <a:pt x="238183" y="430706"/>
                  <a:pt x="245079" y="437602"/>
                </a:cubicBezTo>
                <a:cubicBezTo>
                  <a:pt x="251978" y="444500"/>
                  <a:pt x="263164" y="444497"/>
                  <a:pt x="270059" y="437595"/>
                </a:cubicBezTo>
                <a:lnTo>
                  <a:pt x="332485" y="375106"/>
                </a:lnTo>
                <a:cubicBezTo>
                  <a:pt x="339375" y="368209"/>
                  <a:pt x="339375" y="357035"/>
                  <a:pt x="332485" y="350138"/>
                </a:cubicBezTo>
                <a:lnTo>
                  <a:pt x="270059" y="287648"/>
                </a:lnTo>
                <a:cubicBezTo>
                  <a:pt x="263164" y="280746"/>
                  <a:pt x="251978" y="280743"/>
                  <a:pt x="245079" y="287642"/>
                </a:cubicBezTo>
                <a:cubicBezTo>
                  <a:pt x="238183" y="294538"/>
                  <a:pt x="238183" y="305719"/>
                  <a:pt x="245079" y="312615"/>
                </a:cubicBezTo>
                <a:close/>
                <a:moveTo>
                  <a:pt x="125987" y="312615"/>
                </a:moveTo>
                <a:lnTo>
                  <a:pt x="175994" y="362622"/>
                </a:lnTo>
                <a:lnTo>
                  <a:pt x="125987" y="412629"/>
                </a:lnTo>
                <a:cubicBezTo>
                  <a:pt x="119091" y="419525"/>
                  <a:pt x="119091" y="430706"/>
                  <a:pt x="125987" y="437602"/>
                </a:cubicBezTo>
                <a:cubicBezTo>
                  <a:pt x="132886" y="444500"/>
                  <a:pt x="144072" y="444497"/>
                  <a:pt x="150967" y="437595"/>
                </a:cubicBezTo>
                <a:lnTo>
                  <a:pt x="213394" y="375106"/>
                </a:lnTo>
                <a:cubicBezTo>
                  <a:pt x="220283" y="368209"/>
                  <a:pt x="220283" y="357035"/>
                  <a:pt x="213394" y="350138"/>
                </a:cubicBezTo>
                <a:lnTo>
                  <a:pt x="150967" y="287648"/>
                </a:lnTo>
                <a:cubicBezTo>
                  <a:pt x="144072" y="280746"/>
                  <a:pt x="132886" y="280743"/>
                  <a:pt x="125987" y="287642"/>
                </a:cubicBezTo>
                <a:cubicBezTo>
                  <a:pt x="119091" y="294538"/>
                  <a:pt x="119091" y="305719"/>
                  <a:pt x="125987" y="312615"/>
                </a:cubicBezTo>
                <a:close/>
                <a:moveTo>
                  <a:pt x="6896" y="312613"/>
                </a:moveTo>
                <a:lnTo>
                  <a:pt x="56902" y="362620"/>
                </a:lnTo>
                <a:lnTo>
                  <a:pt x="6896" y="412627"/>
                </a:lnTo>
                <a:cubicBezTo>
                  <a:pt x="0" y="419523"/>
                  <a:pt x="0" y="430703"/>
                  <a:pt x="6896" y="437600"/>
                </a:cubicBezTo>
                <a:cubicBezTo>
                  <a:pt x="13794" y="444499"/>
                  <a:pt x="24980" y="444496"/>
                  <a:pt x="31875" y="437594"/>
                </a:cubicBezTo>
                <a:lnTo>
                  <a:pt x="94301" y="375103"/>
                </a:lnTo>
                <a:cubicBezTo>
                  <a:pt x="101191" y="368207"/>
                  <a:pt x="101191" y="357033"/>
                  <a:pt x="94301" y="350137"/>
                </a:cubicBezTo>
                <a:lnTo>
                  <a:pt x="31875" y="287647"/>
                </a:lnTo>
                <a:cubicBezTo>
                  <a:pt x="24980" y="280745"/>
                  <a:pt x="13794" y="280742"/>
                  <a:pt x="6896" y="287640"/>
                </a:cubicBezTo>
                <a:cubicBezTo>
                  <a:pt x="0" y="294536"/>
                  <a:pt x="0" y="305717"/>
                  <a:pt x="6896" y="312613"/>
                </a:cubicBezTo>
                <a:close/>
                <a:moveTo>
                  <a:pt x="459861" y="440843"/>
                </a:moveTo>
                <a:cubicBezTo>
                  <a:pt x="416658" y="440843"/>
                  <a:pt x="381635" y="405820"/>
                  <a:pt x="381635" y="362617"/>
                </a:cubicBezTo>
                <a:cubicBezTo>
                  <a:pt x="381635" y="319414"/>
                  <a:pt x="416658" y="284391"/>
                  <a:pt x="459861" y="284391"/>
                </a:cubicBezTo>
                <a:cubicBezTo>
                  <a:pt x="503064" y="284391"/>
                  <a:pt x="538087" y="319414"/>
                  <a:pt x="538087" y="362617"/>
                </a:cubicBezTo>
                <a:cubicBezTo>
                  <a:pt x="538087" y="405820"/>
                  <a:pt x="503064" y="440843"/>
                  <a:pt x="459861" y="440843"/>
                </a:cubicBezTo>
                <a:close/>
              </a:path>
            </a:pathLst>
          </a:custGeom>
          <a:noFill/>
          <a:ln w="5543">
            <a:solidFill>
              <a:srgbClr val="F3F7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13339" y="2572705"/>
            <a:ext cx="1340510" cy="725243"/>
          </a:xfrm>
          <a:custGeom>
            <a:avLst/>
            <a:gdLst/>
            <a:ahLst/>
            <a:cxnLst/>
            <a:rect l="0" t="0" r="0" b="0"/>
            <a:pathLst>
              <a:path w="1340510" h="725243">
                <a:moveTo>
                  <a:pt x="1033376" y="30584"/>
                </a:moveTo>
                <a:cubicBezTo>
                  <a:pt x="1002830" y="9"/>
                  <a:pt x="953271" y="0"/>
                  <a:pt x="922705" y="30556"/>
                </a:cubicBezTo>
                <a:cubicBezTo>
                  <a:pt x="892149" y="61093"/>
                  <a:pt x="892149" y="110613"/>
                  <a:pt x="922705" y="141150"/>
                </a:cubicBezTo>
                <a:lnTo>
                  <a:pt x="1066009" y="284397"/>
                </a:lnTo>
                <a:lnTo>
                  <a:pt x="664216" y="284397"/>
                </a:lnTo>
                <a:cubicBezTo>
                  <a:pt x="620991" y="284397"/>
                  <a:pt x="585949" y="319420"/>
                  <a:pt x="585949" y="362626"/>
                </a:cubicBezTo>
                <a:cubicBezTo>
                  <a:pt x="585949" y="405822"/>
                  <a:pt x="620991" y="440845"/>
                  <a:pt x="664216" y="440845"/>
                </a:cubicBezTo>
                <a:lnTo>
                  <a:pt x="1066009" y="440845"/>
                </a:lnTo>
                <a:lnTo>
                  <a:pt x="922705" y="584092"/>
                </a:lnTo>
                <a:cubicBezTo>
                  <a:pt x="892149" y="614629"/>
                  <a:pt x="892149" y="664149"/>
                  <a:pt x="922705" y="694686"/>
                </a:cubicBezTo>
                <a:cubicBezTo>
                  <a:pt x="953271" y="725243"/>
                  <a:pt x="1002830" y="725233"/>
                  <a:pt x="1033386" y="694658"/>
                </a:cubicBezTo>
                <a:lnTo>
                  <a:pt x="1309982" y="417909"/>
                </a:lnTo>
                <a:cubicBezTo>
                  <a:pt x="1340510" y="387362"/>
                  <a:pt x="1340510" y="337880"/>
                  <a:pt x="1309982" y="307333"/>
                </a:cubicBezTo>
                <a:lnTo>
                  <a:pt x="1033376" y="30584"/>
                </a:lnTo>
                <a:moveTo>
                  <a:pt x="245078" y="312620"/>
                </a:moveTo>
                <a:lnTo>
                  <a:pt x="295084" y="362626"/>
                </a:lnTo>
                <a:lnTo>
                  <a:pt x="245078" y="412632"/>
                </a:lnTo>
                <a:cubicBezTo>
                  <a:pt x="238182" y="419528"/>
                  <a:pt x="238182" y="430710"/>
                  <a:pt x="245078" y="437607"/>
                </a:cubicBezTo>
                <a:cubicBezTo>
                  <a:pt x="251974" y="444503"/>
                  <a:pt x="263166" y="444503"/>
                  <a:pt x="270062" y="437597"/>
                </a:cubicBezTo>
                <a:lnTo>
                  <a:pt x="332489" y="375104"/>
                </a:lnTo>
                <a:cubicBezTo>
                  <a:pt x="339375" y="368207"/>
                  <a:pt x="339375" y="357035"/>
                  <a:pt x="332489" y="350138"/>
                </a:cubicBezTo>
                <a:lnTo>
                  <a:pt x="270062" y="287645"/>
                </a:lnTo>
                <a:cubicBezTo>
                  <a:pt x="263166" y="280749"/>
                  <a:pt x="251974" y="280749"/>
                  <a:pt x="245078" y="287645"/>
                </a:cubicBezTo>
                <a:cubicBezTo>
                  <a:pt x="238182" y="294541"/>
                  <a:pt x="238182" y="305723"/>
                  <a:pt x="245078" y="312620"/>
                </a:cubicBezTo>
                <a:moveTo>
                  <a:pt x="125987" y="312620"/>
                </a:moveTo>
                <a:lnTo>
                  <a:pt x="175993" y="362626"/>
                </a:lnTo>
                <a:lnTo>
                  <a:pt x="125987" y="412632"/>
                </a:lnTo>
                <a:cubicBezTo>
                  <a:pt x="119091" y="419528"/>
                  <a:pt x="119091" y="430710"/>
                  <a:pt x="125987" y="437607"/>
                </a:cubicBezTo>
                <a:cubicBezTo>
                  <a:pt x="132883" y="444503"/>
                  <a:pt x="144075" y="444503"/>
                  <a:pt x="150971" y="437597"/>
                </a:cubicBezTo>
                <a:lnTo>
                  <a:pt x="213398" y="375104"/>
                </a:lnTo>
                <a:cubicBezTo>
                  <a:pt x="220284" y="368207"/>
                  <a:pt x="220284" y="357035"/>
                  <a:pt x="213398" y="350138"/>
                </a:cubicBezTo>
                <a:lnTo>
                  <a:pt x="150971" y="287645"/>
                </a:lnTo>
                <a:cubicBezTo>
                  <a:pt x="144075" y="280749"/>
                  <a:pt x="132883" y="280749"/>
                  <a:pt x="125987" y="287645"/>
                </a:cubicBezTo>
                <a:cubicBezTo>
                  <a:pt x="119091" y="294541"/>
                  <a:pt x="119091" y="305723"/>
                  <a:pt x="125987" y="312620"/>
                </a:cubicBezTo>
                <a:moveTo>
                  <a:pt x="6896" y="312610"/>
                </a:moveTo>
                <a:lnTo>
                  <a:pt x="56902" y="362626"/>
                </a:lnTo>
                <a:lnTo>
                  <a:pt x="6896" y="412632"/>
                </a:lnTo>
                <a:cubicBezTo>
                  <a:pt x="0" y="419528"/>
                  <a:pt x="0" y="430701"/>
                  <a:pt x="6896" y="437597"/>
                </a:cubicBezTo>
                <a:cubicBezTo>
                  <a:pt x="13792" y="444503"/>
                  <a:pt x="24984" y="444493"/>
                  <a:pt x="31870" y="437597"/>
                </a:cubicBezTo>
                <a:lnTo>
                  <a:pt x="94297" y="375104"/>
                </a:lnTo>
                <a:cubicBezTo>
                  <a:pt x="101193" y="368207"/>
                  <a:pt x="101193" y="357035"/>
                  <a:pt x="94297" y="350138"/>
                </a:cubicBezTo>
                <a:lnTo>
                  <a:pt x="31870" y="287645"/>
                </a:lnTo>
                <a:cubicBezTo>
                  <a:pt x="24984" y="280749"/>
                  <a:pt x="13792" y="280739"/>
                  <a:pt x="6896" y="287645"/>
                </a:cubicBezTo>
                <a:cubicBezTo>
                  <a:pt x="0" y="294541"/>
                  <a:pt x="0" y="305714"/>
                  <a:pt x="6896" y="312610"/>
                </a:cubicBezTo>
                <a:moveTo>
                  <a:pt x="459857" y="440845"/>
                </a:moveTo>
                <a:cubicBezTo>
                  <a:pt x="416661" y="440845"/>
                  <a:pt x="381638" y="405822"/>
                  <a:pt x="381638" y="362616"/>
                </a:cubicBezTo>
                <a:cubicBezTo>
                  <a:pt x="381638" y="319411"/>
                  <a:pt x="416661" y="284397"/>
                  <a:pt x="459857" y="284397"/>
                </a:cubicBezTo>
                <a:cubicBezTo>
                  <a:pt x="503062" y="284397"/>
                  <a:pt x="538086" y="319411"/>
                  <a:pt x="538086" y="362616"/>
                </a:cubicBezTo>
                <a:cubicBezTo>
                  <a:pt x="538086" y="405822"/>
                  <a:pt x="503062" y="440845"/>
                  <a:pt x="459857" y="440845"/>
                </a:cubicBez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413339" y="2572706"/>
            <a:ext cx="1340507" cy="725239"/>
          </a:xfrm>
          <a:custGeom>
            <a:avLst/>
            <a:gdLst/>
            <a:ahLst/>
            <a:cxnLst/>
            <a:rect l="0" t="0" r="0" b="0"/>
            <a:pathLst>
              <a:path w="1340507" h="725239">
                <a:moveTo>
                  <a:pt x="1033381" y="30580"/>
                </a:moveTo>
                <a:cubicBezTo>
                  <a:pt x="1002830" y="12"/>
                  <a:pt x="953268" y="0"/>
                  <a:pt x="922701" y="30552"/>
                </a:cubicBezTo>
                <a:cubicBezTo>
                  <a:pt x="892146" y="61093"/>
                  <a:pt x="892146" y="110610"/>
                  <a:pt x="922701" y="141152"/>
                </a:cubicBezTo>
                <a:lnTo>
                  <a:pt x="1066009" y="284394"/>
                </a:lnTo>
                <a:lnTo>
                  <a:pt x="664214" y="284394"/>
                </a:lnTo>
                <a:cubicBezTo>
                  <a:pt x="620990" y="284394"/>
                  <a:pt x="585951" y="319417"/>
                  <a:pt x="585951" y="362620"/>
                </a:cubicBezTo>
                <a:cubicBezTo>
                  <a:pt x="585951" y="405823"/>
                  <a:pt x="620990" y="440846"/>
                  <a:pt x="664214" y="440846"/>
                </a:cubicBezTo>
                <a:lnTo>
                  <a:pt x="1066008" y="440846"/>
                </a:lnTo>
                <a:lnTo>
                  <a:pt x="922701" y="584087"/>
                </a:lnTo>
                <a:cubicBezTo>
                  <a:pt x="892146" y="614629"/>
                  <a:pt x="892146" y="664146"/>
                  <a:pt x="922701" y="694687"/>
                </a:cubicBezTo>
                <a:cubicBezTo>
                  <a:pt x="953268" y="725239"/>
                  <a:pt x="1002830" y="725227"/>
                  <a:pt x="1033381" y="694659"/>
                </a:cubicBezTo>
                <a:lnTo>
                  <a:pt x="1309981" y="417905"/>
                </a:lnTo>
                <a:cubicBezTo>
                  <a:pt x="1340507" y="387363"/>
                  <a:pt x="1340507" y="337876"/>
                  <a:pt x="1309981" y="307334"/>
                </a:cubicBezTo>
                <a:lnTo>
                  <a:pt x="1033381" y="30580"/>
                </a:lnTo>
                <a:close/>
                <a:moveTo>
                  <a:pt x="245079" y="312615"/>
                </a:moveTo>
                <a:lnTo>
                  <a:pt x="295086" y="362622"/>
                </a:lnTo>
                <a:lnTo>
                  <a:pt x="245079" y="412629"/>
                </a:lnTo>
                <a:cubicBezTo>
                  <a:pt x="238183" y="419525"/>
                  <a:pt x="238183" y="430706"/>
                  <a:pt x="245079" y="437602"/>
                </a:cubicBezTo>
                <a:cubicBezTo>
                  <a:pt x="251978" y="444500"/>
                  <a:pt x="263164" y="444497"/>
                  <a:pt x="270059" y="437595"/>
                </a:cubicBezTo>
                <a:lnTo>
                  <a:pt x="332485" y="375106"/>
                </a:lnTo>
                <a:cubicBezTo>
                  <a:pt x="339375" y="368209"/>
                  <a:pt x="339375" y="357035"/>
                  <a:pt x="332485" y="350138"/>
                </a:cubicBezTo>
                <a:lnTo>
                  <a:pt x="270059" y="287648"/>
                </a:lnTo>
                <a:cubicBezTo>
                  <a:pt x="263164" y="280746"/>
                  <a:pt x="251978" y="280743"/>
                  <a:pt x="245079" y="287642"/>
                </a:cubicBezTo>
                <a:cubicBezTo>
                  <a:pt x="238183" y="294538"/>
                  <a:pt x="238183" y="305719"/>
                  <a:pt x="245079" y="312615"/>
                </a:cubicBezTo>
                <a:close/>
                <a:moveTo>
                  <a:pt x="125987" y="312615"/>
                </a:moveTo>
                <a:lnTo>
                  <a:pt x="175994" y="362622"/>
                </a:lnTo>
                <a:lnTo>
                  <a:pt x="125987" y="412629"/>
                </a:lnTo>
                <a:cubicBezTo>
                  <a:pt x="119091" y="419525"/>
                  <a:pt x="119091" y="430706"/>
                  <a:pt x="125987" y="437602"/>
                </a:cubicBezTo>
                <a:cubicBezTo>
                  <a:pt x="132886" y="444500"/>
                  <a:pt x="144072" y="444497"/>
                  <a:pt x="150967" y="437595"/>
                </a:cubicBezTo>
                <a:lnTo>
                  <a:pt x="213394" y="375106"/>
                </a:lnTo>
                <a:cubicBezTo>
                  <a:pt x="220283" y="368209"/>
                  <a:pt x="220283" y="357035"/>
                  <a:pt x="213394" y="350138"/>
                </a:cubicBezTo>
                <a:lnTo>
                  <a:pt x="150967" y="287648"/>
                </a:lnTo>
                <a:cubicBezTo>
                  <a:pt x="144072" y="280746"/>
                  <a:pt x="132886" y="280743"/>
                  <a:pt x="125987" y="287642"/>
                </a:cubicBezTo>
                <a:cubicBezTo>
                  <a:pt x="119091" y="294538"/>
                  <a:pt x="119091" y="305719"/>
                  <a:pt x="125987" y="312615"/>
                </a:cubicBezTo>
                <a:close/>
                <a:moveTo>
                  <a:pt x="6896" y="312613"/>
                </a:moveTo>
                <a:lnTo>
                  <a:pt x="56902" y="362620"/>
                </a:lnTo>
                <a:lnTo>
                  <a:pt x="6896" y="412627"/>
                </a:lnTo>
                <a:cubicBezTo>
                  <a:pt x="0" y="419523"/>
                  <a:pt x="0" y="430703"/>
                  <a:pt x="6896" y="437600"/>
                </a:cubicBezTo>
                <a:cubicBezTo>
                  <a:pt x="13794" y="444499"/>
                  <a:pt x="24980" y="444496"/>
                  <a:pt x="31875" y="437594"/>
                </a:cubicBezTo>
                <a:lnTo>
                  <a:pt x="94301" y="375103"/>
                </a:lnTo>
                <a:cubicBezTo>
                  <a:pt x="101191" y="368207"/>
                  <a:pt x="101191" y="357033"/>
                  <a:pt x="94301" y="350137"/>
                </a:cubicBezTo>
                <a:lnTo>
                  <a:pt x="31875" y="287647"/>
                </a:lnTo>
                <a:cubicBezTo>
                  <a:pt x="24980" y="280745"/>
                  <a:pt x="13794" y="280742"/>
                  <a:pt x="6896" y="287640"/>
                </a:cubicBezTo>
                <a:cubicBezTo>
                  <a:pt x="0" y="294536"/>
                  <a:pt x="0" y="305717"/>
                  <a:pt x="6896" y="312613"/>
                </a:cubicBezTo>
                <a:close/>
                <a:moveTo>
                  <a:pt x="459861" y="440843"/>
                </a:moveTo>
                <a:cubicBezTo>
                  <a:pt x="416658" y="440843"/>
                  <a:pt x="381635" y="405820"/>
                  <a:pt x="381635" y="362617"/>
                </a:cubicBezTo>
                <a:cubicBezTo>
                  <a:pt x="381635" y="319414"/>
                  <a:pt x="416658" y="284391"/>
                  <a:pt x="459861" y="284391"/>
                </a:cubicBezTo>
                <a:cubicBezTo>
                  <a:pt x="503064" y="284391"/>
                  <a:pt x="538087" y="319414"/>
                  <a:pt x="538087" y="362617"/>
                </a:cubicBezTo>
                <a:cubicBezTo>
                  <a:pt x="538087" y="405820"/>
                  <a:pt x="503064" y="440843"/>
                  <a:pt x="459861" y="440843"/>
                </a:cubicBezTo>
                <a:close/>
              </a:path>
            </a:pathLst>
          </a:custGeom>
          <a:noFill/>
          <a:ln w="5543">
            <a:solidFill>
              <a:srgbClr val="F3F7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921978" y="2572705"/>
            <a:ext cx="1340510" cy="725243"/>
          </a:xfrm>
          <a:custGeom>
            <a:avLst/>
            <a:gdLst/>
            <a:ahLst/>
            <a:cxnLst/>
            <a:rect l="0" t="0" r="0" b="0"/>
            <a:pathLst>
              <a:path w="1340510" h="725243">
                <a:moveTo>
                  <a:pt x="1033376" y="30584"/>
                </a:moveTo>
                <a:cubicBezTo>
                  <a:pt x="1002830" y="9"/>
                  <a:pt x="953271" y="0"/>
                  <a:pt x="922705" y="30556"/>
                </a:cubicBezTo>
                <a:cubicBezTo>
                  <a:pt x="892149" y="61093"/>
                  <a:pt x="892149" y="110613"/>
                  <a:pt x="922705" y="141150"/>
                </a:cubicBezTo>
                <a:lnTo>
                  <a:pt x="1066009" y="284397"/>
                </a:lnTo>
                <a:lnTo>
                  <a:pt x="664216" y="284397"/>
                </a:lnTo>
                <a:cubicBezTo>
                  <a:pt x="620991" y="284397"/>
                  <a:pt x="585949" y="319420"/>
                  <a:pt x="585949" y="362626"/>
                </a:cubicBezTo>
                <a:cubicBezTo>
                  <a:pt x="585949" y="405822"/>
                  <a:pt x="620991" y="440845"/>
                  <a:pt x="664216" y="440845"/>
                </a:cubicBezTo>
                <a:lnTo>
                  <a:pt x="1066009" y="440845"/>
                </a:lnTo>
                <a:lnTo>
                  <a:pt x="922705" y="584092"/>
                </a:lnTo>
                <a:cubicBezTo>
                  <a:pt x="892149" y="614629"/>
                  <a:pt x="892149" y="664149"/>
                  <a:pt x="922705" y="694686"/>
                </a:cubicBezTo>
                <a:cubicBezTo>
                  <a:pt x="953271" y="725243"/>
                  <a:pt x="1002830" y="725233"/>
                  <a:pt x="1033386" y="694658"/>
                </a:cubicBezTo>
                <a:lnTo>
                  <a:pt x="1309982" y="417909"/>
                </a:lnTo>
                <a:cubicBezTo>
                  <a:pt x="1340510" y="387362"/>
                  <a:pt x="1340510" y="337880"/>
                  <a:pt x="1309982" y="307333"/>
                </a:cubicBezTo>
                <a:lnTo>
                  <a:pt x="1033376" y="30584"/>
                </a:lnTo>
                <a:moveTo>
                  <a:pt x="245078" y="312620"/>
                </a:moveTo>
                <a:lnTo>
                  <a:pt x="295084" y="362626"/>
                </a:lnTo>
                <a:lnTo>
                  <a:pt x="245078" y="412632"/>
                </a:lnTo>
                <a:cubicBezTo>
                  <a:pt x="238182" y="419528"/>
                  <a:pt x="238182" y="430710"/>
                  <a:pt x="245078" y="437607"/>
                </a:cubicBezTo>
                <a:cubicBezTo>
                  <a:pt x="251974" y="444503"/>
                  <a:pt x="263166" y="444503"/>
                  <a:pt x="270062" y="437597"/>
                </a:cubicBezTo>
                <a:lnTo>
                  <a:pt x="332489" y="375104"/>
                </a:lnTo>
                <a:cubicBezTo>
                  <a:pt x="339375" y="368207"/>
                  <a:pt x="339375" y="357035"/>
                  <a:pt x="332489" y="350138"/>
                </a:cubicBezTo>
                <a:lnTo>
                  <a:pt x="270062" y="287645"/>
                </a:lnTo>
                <a:cubicBezTo>
                  <a:pt x="263166" y="280749"/>
                  <a:pt x="251974" y="280749"/>
                  <a:pt x="245078" y="287645"/>
                </a:cubicBezTo>
                <a:cubicBezTo>
                  <a:pt x="238182" y="294541"/>
                  <a:pt x="238182" y="305723"/>
                  <a:pt x="245078" y="312620"/>
                </a:cubicBezTo>
                <a:moveTo>
                  <a:pt x="125987" y="312620"/>
                </a:moveTo>
                <a:lnTo>
                  <a:pt x="175993" y="362626"/>
                </a:lnTo>
                <a:lnTo>
                  <a:pt x="125987" y="412632"/>
                </a:lnTo>
                <a:cubicBezTo>
                  <a:pt x="119091" y="419528"/>
                  <a:pt x="119091" y="430710"/>
                  <a:pt x="125987" y="437607"/>
                </a:cubicBezTo>
                <a:cubicBezTo>
                  <a:pt x="132883" y="444503"/>
                  <a:pt x="144075" y="444503"/>
                  <a:pt x="150971" y="437597"/>
                </a:cubicBezTo>
                <a:lnTo>
                  <a:pt x="213398" y="375104"/>
                </a:lnTo>
                <a:cubicBezTo>
                  <a:pt x="220284" y="368207"/>
                  <a:pt x="220284" y="357035"/>
                  <a:pt x="213398" y="350138"/>
                </a:cubicBezTo>
                <a:lnTo>
                  <a:pt x="150971" y="287645"/>
                </a:lnTo>
                <a:cubicBezTo>
                  <a:pt x="144075" y="280749"/>
                  <a:pt x="132883" y="280749"/>
                  <a:pt x="125987" y="287645"/>
                </a:cubicBezTo>
                <a:cubicBezTo>
                  <a:pt x="119091" y="294541"/>
                  <a:pt x="119091" y="305723"/>
                  <a:pt x="125987" y="312620"/>
                </a:cubicBezTo>
                <a:moveTo>
                  <a:pt x="6896" y="312610"/>
                </a:moveTo>
                <a:lnTo>
                  <a:pt x="56902" y="362626"/>
                </a:lnTo>
                <a:lnTo>
                  <a:pt x="6896" y="412632"/>
                </a:lnTo>
                <a:cubicBezTo>
                  <a:pt x="0" y="419528"/>
                  <a:pt x="0" y="430701"/>
                  <a:pt x="6896" y="437597"/>
                </a:cubicBezTo>
                <a:cubicBezTo>
                  <a:pt x="13792" y="444503"/>
                  <a:pt x="24984" y="444493"/>
                  <a:pt x="31870" y="437597"/>
                </a:cubicBezTo>
                <a:lnTo>
                  <a:pt x="94297" y="375104"/>
                </a:lnTo>
                <a:cubicBezTo>
                  <a:pt x="101193" y="368207"/>
                  <a:pt x="101193" y="357035"/>
                  <a:pt x="94297" y="350138"/>
                </a:cubicBezTo>
                <a:lnTo>
                  <a:pt x="31870" y="287645"/>
                </a:lnTo>
                <a:cubicBezTo>
                  <a:pt x="24984" y="280749"/>
                  <a:pt x="13792" y="280739"/>
                  <a:pt x="6896" y="287645"/>
                </a:cubicBezTo>
                <a:cubicBezTo>
                  <a:pt x="0" y="294541"/>
                  <a:pt x="0" y="305714"/>
                  <a:pt x="6896" y="312610"/>
                </a:cubicBezTo>
                <a:moveTo>
                  <a:pt x="459857" y="440845"/>
                </a:moveTo>
                <a:cubicBezTo>
                  <a:pt x="416661" y="440845"/>
                  <a:pt x="381638" y="405822"/>
                  <a:pt x="381638" y="362616"/>
                </a:cubicBezTo>
                <a:cubicBezTo>
                  <a:pt x="381638" y="319411"/>
                  <a:pt x="416661" y="284397"/>
                  <a:pt x="459857" y="284397"/>
                </a:cubicBezTo>
                <a:cubicBezTo>
                  <a:pt x="503062" y="284397"/>
                  <a:pt x="538086" y="319411"/>
                  <a:pt x="538086" y="362616"/>
                </a:cubicBezTo>
                <a:cubicBezTo>
                  <a:pt x="538086" y="405822"/>
                  <a:pt x="503062" y="440845"/>
                  <a:pt x="459857" y="440845"/>
                </a:cubicBez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921978" y="2572706"/>
            <a:ext cx="1340507" cy="725239"/>
          </a:xfrm>
          <a:custGeom>
            <a:avLst/>
            <a:gdLst/>
            <a:ahLst/>
            <a:cxnLst/>
            <a:rect l="0" t="0" r="0" b="0"/>
            <a:pathLst>
              <a:path w="1340507" h="725239">
                <a:moveTo>
                  <a:pt x="1033381" y="30580"/>
                </a:moveTo>
                <a:cubicBezTo>
                  <a:pt x="1002830" y="12"/>
                  <a:pt x="953268" y="0"/>
                  <a:pt x="922701" y="30552"/>
                </a:cubicBezTo>
                <a:cubicBezTo>
                  <a:pt x="892146" y="61093"/>
                  <a:pt x="892146" y="110610"/>
                  <a:pt x="922701" y="141152"/>
                </a:cubicBezTo>
                <a:lnTo>
                  <a:pt x="1066009" y="284394"/>
                </a:lnTo>
                <a:lnTo>
                  <a:pt x="664214" y="284394"/>
                </a:lnTo>
                <a:cubicBezTo>
                  <a:pt x="620990" y="284394"/>
                  <a:pt x="585951" y="319417"/>
                  <a:pt x="585951" y="362620"/>
                </a:cubicBezTo>
                <a:cubicBezTo>
                  <a:pt x="585951" y="405823"/>
                  <a:pt x="620990" y="440846"/>
                  <a:pt x="664214" y="440846"/>
                </a:cubicBezTo>
                <a:lnTo>
                  <a:pt x="1066008" y="440846"/>
                </a:lnTo>
                <a:lnTo>
                  <a:pt x="922701" y="584087"/>
                </a:lnTo>
                <a:cubicBezTo>
                  <a:pt x="892146" y="614629"/>
                  <a:pt x="892146" y="664146"/>
                  <a:pt x="922701" y="694687"/>
                </a:cubicBezTo>
                <a:cubicBezTo>
                  <a:pt x="953268" y="725239"/>
                  <a:pt x="1002830" y="725227"/>
                  <a:pt x="1033381" y="694659"/>
                </a:cubicBezTo>
                <a:lnTo>
                  <a:pt x="1309981" y="417905"/>
                </a:lnTo>
                <a:cubicBezTo>
                  <a:pt x="1340507" y="387363"/>
                  <a:pt x="1340507" y="337876"/>
                  <a:pt x="1309981" y="307334"/>
                </a:cubicBezTo>
                <a:lnTo>
                  <a:pt x="1033381" y="30580"/>
                </a:lnTo>
                <a:close/>
                <a:moveTo>
                  <a:pt x="245079" y="312615"/>
                </a:moveTo>
                <a:lnTo>
                  <a:pt x="295086" y="362622"/>
                </a:lnTo>
                <a:lnTo>
                  <a:pt x="245079" y="412629"/>
                </a:lnTo>
                <a:cubicBezTo>
                  <a:pt x="238183" y="419525"/>
                  <a:pt x="238183" y="430706"/>
                  <a:pt x="245079" y="437602"/>
                </a:cubicBezTo>
                <a:cubicBezTo>
                  <a:pt x="251978" y="444500"/>
                  <a:pt x="263164" y="444497"/>
                  <a:pt x="270059" y="437595"/>
                </a:cubicBezTo>
                <a:lnTo>
                  <a:pt x="332485" y="375106"/>
                </a:lnTo>
                <a:cubicBezTo>
                  <a:pt x="339375" y="368209"/>
                  <a:pt x="339375" y="357035"/>
                  <a:pt x="332485" y="350138"/>
                </a:cubicBezTo>
                <a:lnTo>
                  <a:pt x="270059" y="287648"/>
                </a:lnTo>
                <a:cubicBezTo>
                  <a:pt x="263164" y="280746"/>
                  <a:pt x="251978" y="280743"/>
                  <a:pt x="245079" y="287642"/>
                </a:cubicBezTo>
                <a:cubicBezTo>
                  <a:pt x="238183" y="294538"/>
                  <a:pt x="238183" y="305719"/>
                  <a:pt x="245079" y="312615"/>
                </a:cubicBezTo>
                <a:close/>
                <a:moveTo>
                  <a:pt x="125987" y="312615"/>
                </a:moveTo>
                <a:lnTo>
                  <a:pt x="175994" y="362622"/>
                </a:lnTo>
                <a:lnTo>
                  <a:pt x="125987" y="412629"/>
                </a:lnTo>
                <a:cubicBezTo>
                  <a:pt x="119091" y="419525"/>
                  <a:pt x="119091" y="430706"/>
                  <a:pt x="125987" y="437602"/>
                </a:cubicBezTo>
                <a:cubicBezTo>
                  <a:pt x="132886" y="444500"/>
                  <a:pt x="144072" y="444497"/>
                  <a:pt x="150967" y="437595"/>
                </a:cubicBezTo>
                <a:lnTo>
                  <a:pt x="213394" y="375106"/>
                </a:lnTo>
                <a:cubicBezTo>
                  <a:pt x="220283" y="368209"/>
                  <a:pt x="220283" y="357035"/>
                  <a:pt x="213394" y="350138"/>
                </a:cubicBezTo>
                <a:lnTo>
                  <a:pt x="150967" y="287648"/>
                </a:lnTo>
                <a:cubicBezTo>
                  <a:pt x="144072" y="280746"/>
                  <a:pt x="132886" y="280743"/>
                  <a:pt x="125987" y="287642"/>
                </a:cubicBezTo>
                <a:cubicBezTo>
                  <a:pt x="119091" y="294538"/>
                  <a:pt x="119091" y="305719"/>
                  <a:pt x="125987" y="312615"/>
                </a:cubicBezTo>
                <a:close/>
                <a:moveTo>
                  <a:pt x="6896" y="312613"/>
                </a:moveTo>
                <a:lnTo>
                  <a:pt x="56902" y="362620"/>
                </a:lnTo>
                <a:lnTo>
                  <a:pt x="6896" y="412627"/>
                </a:lnTo>
                <a:cubicBezTo>
                  <a:pt x="0" y="419523"/>
                  <a:pt x="0" y="430703"/>
                  <a:pt x="6896" y="437600"/>
                </a:cubicBezTo>
                <a:cubicBezTo>
                  <a:pt x="13794" y="444499"/>
                  <a:pt x="24980" y="444496"/>
                  <a:pt x="31875" y="437594"/>
                </a:cubicBezTo>
                <a:lnTo>
                  <a:pt x="94301" y="375103"/>
                </a:lnTo>
                <a:cubicBezTo>
                  <a:pt x="101191" y="368207"/>
                  <a:pt x="101191" y="357033"/>
                  <a:pt x="94301" y="350137"/>
                </a:cubicBezTo>
                <a:lnTo>
                  <a:pt x="31875" y="287647"/>
                </a:lnTo>
                <a:cubicBezTo>
                  <a:pt x="24980" y="280745"/>
                  <a:pt x="13794" y="280742"/>
                  <a:pt x="6896" y="287640"/>
                </a:cubicBezTo>
                <a:cubicBezTo>
                  <a:pt x="0" y="294536"/>
                  <a:pt x="0" y="305717"/>
                  <a:pt x="6896" y="312613"/>
                </a:cubicBezTo>
                <a:close/>
                <a:moveTo>
                  <a:pt x="459861" y="440843"/>
                </a:moveTo>
                <a:cubicBezTo>
                  <a:pt x="416658" y="440843"/>
                  <a:pt x="381635" y="405820"/>
                  <a:pt x="381635" y="362617"/>
                </a:cubicBezTo>
                <a:cubicBezTo>
                  <a:pt x="381635" y="319414"/>
                  <a:pt x="416658" y="284391"/>
                  <a:pt x="459861" y="284391"/>
                </a:cubicBezTo>
                <a:cubicBezTo>
                  <a:pt x="503064" y="284391"/>
                  <a:pt x="538087" y="319414"/>
                  <a:pt x="538087" y="362617"/>
                </a:cubicBezTo>
                <a:cubicBezTo>
                  <a:pt x="538087" y="405820"/>
                  <a:pt x="503064" y="440843"/>
                  <a:pt x="459861" y="440843"/>
                </a:cubicBezTo>
                <a:close/>
              </a:path>
            </a:pathLst>
          </a:custGeom>
          <a:noFill/>
          <a:ln w="5543">
            <a:solidFill>
              <a:srgbClr val="F3F7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164400" y="3734018"/>
            <a:ext cx="435044" cy="440388"/>
          </a:xfrm>
          <a:custGeom>
            <a:avLst/>
            <a:gdLst/>
            <a:ahLst/>
            <a:cxnLst/>
            <a:rect l="0" t="0" r="0" b="0"/>
            <a:pathLst>
              <a:path w="435044" h="440388">
                <a:moveTo>
                  <a:pt x="203939" y="338337"/>
                </a:moveTo>
                <a:lnTo>
                  <a:pt x="64731" y="301361"/>
                </a:lnTo>
                <a:lnTo>
                  <a:pt x="120195" y="286940"/>
                </a:lnTo>
                <a:cubicBezTo>
                  <a:pt x="127587" y="285035"/>
                  <a:pt x="132045" y="277510"/>
                  <a:pt x="130178" y="270109"/>
                </a:cubicBezTo>
                <a:cubicBezTo>
                  <a:pt x="128187" y="262699"/>
                  <a:pt x="120615" y="258251"/>
                  <a:pt x="113166" y="260127"/>
                </a:cubicBezTo>
                <a:lnTo>
                  <a:pt x="10925" y="287302"/>
                </a:lnTo>
                <a:cubicBezTo>
                  <a:pt x="4371" y="288998"/>
                  <a:pt x="0" y="295170"/>
                  <a:pt x="571" y="301913"/>
                </a:cubicBezTo>
                <a:lnTo>
                  <a:pt x="571" y="385105"/>
                </a:lnTo>
                <a:cubicBezTo>
                  <a:pt x="600" y="391610"/>
                  <a:pt x="5133" y="397221"/>
                  <a:pt x="11477" y="398602"/>
                </a:cubicBezTo>
                <a:lnTo>
                  <a:pt x="203939" y="440388"/>
                </a:lnTo>
                <a:lnTo>
                  <a:pt x="203939" y="338337"/>
                </a:lnTo>
                <a:moveTo>
                  <a:pt x="435044" y="300799"/>
                </a:moveTo>
                <a:cubicBezTo>
                  <a:pt x="435016" y="294493"/>
                  <a:pt x="430787" y="288969"/>
                  <a:pt x="424691" y="287302"/>
                </a:cubicBezTo>
                <a:lnTo>
                  <a:pt x="323192" y="260680"/>
                </a:lnTo>
                <a:cubicBezTo>
                  <a:pt x="315744" y="258803"/>
                  <a:pt x="308171" y="263251"/>
                  <a:pt x="306181" y="270671"/>
                </a:cubicBezTo>
                <a:cubicBezTo>
                  <a:pt x="304314" y="278063"/>
                  <a:pt x="308781" y="285588"/>
                  <a:pt x="316163" y="287493"/>
                </a:cubicBezTo>
                <a:lnTo>
                  <a:pt x="367569" y="300990"/>
                </a:lnTo>
                <a:lnTo>
                  <a:pt x="231676" y="337966"/>
                </a:lnTo>
                <a:lnTo>
                  <a:pt x="231676" y="440207"/>
                </a:lnTo>
                <a:lnTo>
                  <a:pt x="424138" y="398421"/>
                </a:lnTo>
                <a:cubicBezTo>
                  <a:pt x="430491" y="397030"/>
                  <a:pt x="435025" y="391420"/>
                  <a:pt x="435044" y="384924"/>
                </a:cubicBezTo>
                <a:lnTo>
                  <a:pt x="435044" y="300799"/>
                </a:lnTo>
                <a:moveTo>
                  <a:pt x="300266" y="172497"/>
                </a:moveTo>
                <a:cubicBezTo>
                  <a:pt x="295856" y="189166"/>
                  <a:pt x="288798" y="205016"/>
                  <a:pt x="279377" y="219456"/>
                </a:cubicBezTo>
                <a:cubicBezTo>
                  <a:pt x="286169" y="223542"/>
                  <a:pt x="292388" y="228514"/>
                  <a:pt x="297865" y="234248"/>
                </a:cubicBezTo>
                <a:cubicBezTo>
                  <a:pt x="301237" y="237686"/>
                  <a:pt x="306314" y="238820"/>
                  <a:pt x="310829" y="237143"/>
                </a:cubicBezTo>
                <a:cubicBezTo>
                  <a:pt x="315344" y="235467"/>
                  <a:pt x="318449" y="231286"/>
                  <a:pt x="318754" y="226485"/>
                </a:cubicBezTo>
                <a:cubicBezTo>
                  <a:pt x="320678" y="206663"/>
                  <a:pt x="313934" y="186975"/>
                  <a:pt x="300266" y="172497"/>
                </a:cubicBezTo>
                <a:moveTo>
                  <a:pt x="135350" y="172497"/>
                </a:moveTo>
                <a:cubicBezTo>
                  <a:pt x="121681" y="186975"/>
                  <a:pt x="114947" y="206663"/>
                  <a:pt x="116862" y="226485"/>
                </a:cubicBezTo>
                <a:cubicBezTo>
                  <a:pt x="117167" y="231286"/>
                  <a:pt x="120272" y="235467"/>
                  <a:pt x="124787" y="237143"/>
                </a:cubicBezTo>
                <a:cubicBezTo>
                  <a:pt x="129301" y="238820"/>
                  <a:pt x="134388" y="237686"/>
                  <a:pt x="137760" y="234248"/>
                </a:cubicBezTo>
                <a:cubicBezTo>
                  <a:pt x="143236" y="228514"/>
                  <a:pt x="149456" y="223542"/>
                  <a:pt x="156248" y="219456"/>
                </a:cubicBezTo>
                <a:cubicBezTo>
                  <a:pt x="146818" y="205016"/>
                  <a:pt x="139769" y="189166"/>
                  <a:pt x="135350" y="172497"/>
                </a:cubicBezTo>
                <a:moveTo>
                  <a:pt x="217808" y="0"/>
                </a:moveTo>
                <a:cubicBezTo>
                  <a:pt x="217808" y="0"/>
                  <a:pt x="153104" y="32356"/>
                  <a:pt x="153104" y="97059"/>
                </a:cubicBezTo>
                <a:cubicBezTo>
                  <a:pt x="153104" y="132749"/>
                  <a:pt x="163820" y="226485"/>
                  <a:pt x="217808" y="226485"/>
                </a:cubicBezTo>
                <a:cubicBezTo>
                  <a:pt x="271795" y="226485"/>
                  <a:pt x="282521" y="132749"/>
                  <a:pt x="282521" y="97059"/>
                </a:cubicBezTo>
                <a:cubicBezTo>
                  <a:pt x="282521" y="32356"/>
                  <a:pt x="217808" y="0"/>
                  <a:pt x="217808" y="0"/>
                </a:cubicBezTo>
                <a:moveTo>
                  <a:pt x="217808" y="120176"/>
                </a:moveTo>
                <a:cubicBezTo>
                  <a:pt x="207473" y="120253"/>
                  <a:pt x="198110" y="114080"/>
                  <a:pt x="194109" y="104555"/>
                </a:cubicBezTo>
                <a:cubicBezTo>
                  <a:pt x="190099" y="95021"/>
                  <a:pt x="192233" y="84020"/>
                  <a:pt x="199520" y="76685"/>
                </a:cubicBezTo>
                <a:cubicBezTo>
                  <a:pt x="206797" y="69351"/>
                  <a:pt x="217789" y="67132"/>
                  <a:pt x="227342" y="71075"/>
                </a:cubicBezTo>
                <a:cubicBezTo>
                  <a:pt x="236905" y="75009"/>
                  <a:pt x="243135" y="84324"/>
                  <a:pt x="243135" y="94659"/>
                </a:cubicBezTo>
                <a:cubicBezTo>
                  <a:pt x="243192" y="101412"/>
                  <a:pt x="240544" y="107899"/>
                  <a:pt x="235781" y="112690"/>
                </a:cubicBezTo>
                <a:cubicBezTo>
                  <a:pt x="231028" y="117481"/>
                  <a:pt x="224561" y="120176"/>
                  <a:pt x="217808" y="120176"/>
                </a:cubicBezTo>
                <a:moveTo>
                  <a:pt x="217808" y="246449"/>
                </a:moveTo>
                <a:cubicBezTo>
                  <a:pt x="203511" y="246449"/>
                  <a:pt x="191928" y="258032"/>
                  <a:pt x="191928" y="272329"/>
                </a:cubicBezTo>
                <a:cubicBezTo>
                  <a:pt x="191928" y="286750"/>
                  <a:pt x="203577" y="321144"/>
                  <a:pt x="217808" y="321144"/>
                </a:cubicBezTo>
                <a:cubicBezTo>
                  <a:pt x="232048" y="321144"/>
                  <a:pt x="243697" y="286750"/>
                  <a:pt x="243697" y="272329"/>
                </a:cubicBezTo>
                <a:cubicBezTo>
                  <a:pt x="243697" y="258032"/>
                  <a:pt x="232105" y="246449"/>
                  <a:pt x="217808" y="246449"/>
                </a:cubicBezTo>
              </a:path>
            </a:pathLst>
          </a:custGeom>
          <a:solidFill>
            <a:srgbClr val="2240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149340" y="3737028"/>
            <a:ext cx="431177" cy="438178"/>
          </a:xfrm>
          <a:custGeom>
            <a:avLst/>
            <a:gdLst/>
            <a:ahLst/>
            <a:cxnLst/>
            <a:rect l="0" t="0" r="0" b="0"/>
            <a:pathLst>
              <a:path w="431177" h="438178">
                <a:moveTo>
                  <a:pt x="365102" y="68132"/>
                </a:moveTo>
                <a:cubicBezTo>
                  <a:pt x="326097" y="68132"/>
                  <a:pt x="298846" y="50091"/>
                  <a:pt x="298846" y="34080"/>
                </a:cubicBezTo>
                <a:cubicBezTo>
                  <a:pt x="298846" y="18068"/>
                  <a:pt x="326097" y="0"/>
                  <a:pt x="365102" y="0"/>
                </a:cubicBezTo>
                <a:cubicBezTo>
                  <a:pt x="404117" y="0"/>
                  <a:pt x="431177" y="18068"/>
                  <a:pt x="431177" y="34080"/>
                </a:cubicBezTo>
                <a:cubicBezTo>
                  <a:pt x="431177" y="50091"/>
                  <a:pt x="404098" y="68132"/>
                  <a:pt x="365102" y="68132"/>
                </a:cubicBezTo>
                <a:moveTo>
                  <a:pt x="431177" y="80905"/>
                </a:moveTo>
                <a:cubicBezTo>
                  <a:pt x="431139" y="78552"/>
                  <a:pt x="429196" y="76666"/>
                  <a:pt x="426834" y="76714"/>
                </a:cubicBezTo>
                <a:cubicBezTo>
                  <a:pt x="426081" y="76733"/>
                  <a:pt x="425348" y="76942"/>
                  <a:pt x="424710" y="77343"/>
                </a:cubicBezTo>
                <a:cubicBezTo>
                  <a:pt x="406622" y="87820"/>
                  <a:pt x="386000" y="93125"/>
                  <a:pt x="365102" y="92668"/>
                </a:cubicBezTo>
                <a:cubicBezTo>
                  <a:pt x="344204" y="93144"/>
                  <a:pt x="323573" y="87830"/>
                  <a:pt x="305495" y="77323"/>
                </a:cubicBezTo>
                <a:cubicBezTo>
                  <a:pt x="304114" y="76561"/>
                  <a:pt x="302447" y="76561"/>
                  <a:pt x="301066" y="77323"/>
                </a:cubicBezTo>
                <a:cubicBezTo>
                  <a:pt x="299713" y="78095"/>
                  <a:pt x="298865" y="79514"/>
                  <a:pt x="298846" y="81076"/>
                </a:cubicBezTo>
                <a:lnTo>
                  <a:pt x="298846" y="136264"/>
                </a:lnTo>
                <a:cubicBezTo>
                  <a:pt x="298846" y="152276"/>
                  <a:pt x="326097" y="170335"/>
                  <a:pt x="365102" y="170335"/>
                </a:cubicBezTo>
                <a:cubicBezTo>
                  <a:pt x="404117" y="170335"/>
                  <a:pt x="431177" y="153285"/>
                  <a:pt x="431177" y="136264"/>
                </a:cubicBezTo>
                <a:lnTo>
                  <a:pt x="431177" y="80924"/>
                </a:lnTo>
                <a:moveTo>
                  <a:pt x="358139" y="353501"/>
                </a:moveTo>
                <a:cubicBezTo>
                  <a:pt x="365045" y="356273"/>
                  <a:pt x="372951" y="354625"/>
                  <a:pt x="378180" y="349319"/>
                </a:cubicBezTo>
                <a:lnTo>
                  <a:pt x="415061" y="312439"/>
                </a:lnTo>
                <a:cubicBezTo>
                  <a:pt x="420347" y="307152"/>
                  <a:pt x="421928" y="299199"/>
                  <a:pt x="419071" y="292293"/>
                </a:cubicBezTo>
                <a:cubicBezTo>
                  <a:pt x="416204" y="285378"/>
                  <a:pt x="409470" y="280882"/>
                  <a:pt x="401993" y="280873"/>
                </a:cubicBezTo>
                <a:lnTo>
                  <a:pt x="383505" y="280873"/>
                </a:lnTo>
                <a:lnTo>
                  <a:pt x="383505" y="214150"/>
                </a:lnTo>
                <a:cubicBezTo>
                  <a:pt x="383505" y="203939"/>
                  <a:pt x="375227" y="195662"/>
                  <a:pt x="365017" y="195662"/>
                </a:cubicBezTo>
                <a:cubicBezTo>
                  <a:pt x="354806" y="195662"/>
                  <a:pt x="346529" y="203939"/>
                  <a:pt x="346529" y="214150"/>
                </a:cubicBezTo>
                <a:lnTo>
                  <a:pt x="346529" y="280873"/>
                </a:lnTo>
                <a:lnTo>
                  <a:pt x="328041" y="280873"/>
                </a:lnTo>
                <a:cubicBezTo>
                  <a:pt x="320563" y="280882"/>
                  <a:pt x="313820" y="285378"/>
                  <a:pt x="310962" y="292293"/>
                </a:cubicBezTo>
                <a:cubicBezTo>
                  <a:pt x="308095" y="299199"/>
                  <a:pt x="309676" y="307152"/>
                  <a:pt x="314963" y="312439"/>
                </a:cubicBezTo>
                <a:lnTo>
                  <a:pt x="351939" y="349415"/>
                </a:lnTo>
                <a:cubicBezTo>
                  <a:pt x="353710" y="351177"/>
                  <a:pt x="355815" y="352567"/>
                  <a:pt x="358139" y="353501"/>
                </a:cubicBezTo>
                <a:moveTo>
                  <a:pt x="85363" y="380161"/>
                </a:moveTo>
                <a:cubicBezTo>
                  <a:pt x="56892" y="408736"/>
                  <a:pt x="28451" y="408736"/>
                  <a:pt x="0" y="408736"/>
                </a:cubicBezTo>
                <a:lnTo>
                  <a:pt x="0" y="438178"/>
                </a:lnTo>
                <a:lnTo>
                  <a:pt x="428682" y="438178"/>
                </a:lnTo>
                <a:lnTo>
                  <a:pt x="428682" y="408727"/>
                </a:lnTo>
                <a:cubicBezTo>
                  <a:pt x="400211" y="408727"/>
                  <a:pt x="371779" y="408727"/>
                  <a:pt x="343328" y="380142"/>
                </a:cubicBezTo>
                <a:cubicBezTo>
                  <a:pt x="314877" y="408727"/>
                  <a:pt x="286416" y="408727"/>
                  <a:pt x="278834" y="408727"/>
                </a:cubicBezTo>
                <a:cubicBezTo>
                  <a:pt x="271262" y="408727"/>
                  <a:pt x="242782" y="408727"/>
                  <a:pt x="214331" y="380142"/>
                </a:cubicBezTo>
                <a:cubicBezTo>
                  <a:pt x="185880" y="408727"/>
                  <a:pt x="157429" y="408727"/>
                  <a:pt x="149847" y="408727"/>
                </a:cubicBezTo>
                <a:cubicBezTo>
                  <a:pt x="142265" y="408727"/>
                  <a:pt x="113795" y="408727"/>
                  <a:pt x="85363" y="380142"/>
                </a:cubicBezTo>
                <a:moveTo>
                  <a:pt x="40986" y="358006"/>
                </a:moveTo>
                <a:cubicBezTo>
                  <a:pt x="40928" y="350929"/>
                  <a:pt x="38528" y="346176"/>
                  <a:pt x="33775" y="341423"/>
                </a:cubicBezTo>
                <a:lnTo>
                  <a:pt x="21764" y="329412"/>
                </a:lnTo>
                <a:cubicBezTo>
                  <a:pt x="14554" y="322202"/>
                  <a:pt x="12144" y="312562"/>
                  <a:pt x="16954" y="302933"/>
                </a:cubicBezTo>
                <a:cubicBezTo>
                  <a:pt x="21764" y="293322"/>
                  <a:pt x="28975" y="288512"/>
                  <a:pt x="40986" y="288512"/>
                </a:cubicBezTo>
                <a:lnTo>
                  <a:pt x="57835" y="288512"/>
                </a:lnTo>
                <a:cubicBezTo>
                  <a:pt x="65046" y="288512"/>
                  <a:pt x="69846" y="286111"/>
                  <a:pt x="74675" y="281301"/>
                </a:cubicBezTo>
                <a:cubicBezTo>
                  <a:pt x="79476" y="276491"/>
                  <a:pt x="81886" y="269262"/>
                  <a:pt x="81886" y="264442"/>
                </a:cubicBezTo>
                <a:lnTo>
                  <a:pt x="81886" y="247611"/>
                </a:lnTo>
                <a:cubicBezTo>
                  <a:pt x="81886" y="238001"/>
                  <a:pt x="86687" y="228371"/>
                  <a:pt x="96326" y="223561"/>
                </a:cubicBezTo>
                <a:cubicBezTo>
                  <a:pt x="105937" y="218760"/>
                  <a:pt x="115566" y="221160"/>
                  <a:pt x="122777" y="228371"/>
                </a:cubicBezTo>
                <a:lnTo>
                  <a:pt x="134797" y="240391"/>
                </a:lnTo>
                <a:cubicBezTo>
                  <a:pt x="139626" y="245192"/>
                  <a:pt x="144427" y="247602"/>
                  <a:pt x="151657" y="247602"/>
                </a:cubicBezTo>
                <a:cubicBezTo>
                  <a:pt x="158867" y="247602"/>
                  <a:pt x="163677" y="245192"/>
                  <a:pt x="168487" y="240391"/>
                </a:cubicBezTo>
                <a:lnTo>
                  <a:pt x="180517" y="228371"/>
                </a:lnTo>
                <a:cubicBezTo>
                  <a:pt x="187728" y="221160"/>
                  <a:pt x="197338" y="218760"/>
                  <a:pt x="206978" y="223561"/>
                </a:cubicBezTo>
                <a:cubicBezTo>
                  <a:pt x="216588" y="228371"/>
                  <a:pt x="221418" y="235581"/>
                  <a:pt x="221418" y="247602"/>
                </a:cubicBezTo>
                <a:lnTo>
                  <a:pt x="221418" y="264461"/>
                </a:lnTo>
                <a:cubicBezTo>
                  <a:pt x="221418" y="271672"/>
                  <a:pt x="223818" y="276472"/>
                  <a:pt x="228628" y="281282"/>
                </a:cubicBezTo>
                <a:cubicBezTo>
                  <a:pt x="233429" y="286092"/>
                  <a:pt x="240639" y="288493"/>
                  <a:pt x="245468" y="288493"/>
                </a:cubicBezTo>
                <a:lnTo>
                  <a:pt x="262289" y="288493"/>
                </a:lnTo>
                <a:cubicBezTo>
                  <a:pt x="271929" y="288493"/>
                  <a:pt x="281559" y="293303"/>
                  <a:pt x="286359" y="302933"/>
                </a:cubicBezTo>
                <a:cubicBezTo>
                  <a:pt x="291169" y="312543"/>
                  <a:pt x="288769" y="322183"/>
                  <a:pt x="281559" y="329412"/>
                </a:cubicBezTo>
                <a:lnTo>
                  <a:pt x="264718" y="341423"/>
                </a:lnTo>
                <a:cubicBezTo>
                  <a:pt x="259946" y="346195"/>
                  <a:pt x="257536" y="350967"/>
                  <a:pt x="257508" y="358063"/>
                </a:cubicBezTo>
                <a:cubicBezTo>
                  <a:pt x="257555" y="365131"/>
                  <a:pt x="259965" y="369893"/>
                  <a:pt x="264718" y="374646"/>
                </a:cubicBezTo>
                <a:lnTo>
                  <a:pt x="273348" y="380809"/>
                </a:lnTo>
                <a:cubicBezTo>
                  <a:pt x="265099" y="380066"/>
                  <a:pt x="249945" y="376628"/>
                  <a:pt x="233991" y="360597"/>
                </a:cubicBezTo>
                <a:cubicBezTo>
                  <a:pt x="223218" y="349796"/>
                  <a:pt x="205749" y="349710"/>
                  <a:pt x="194881" y="360416"/>
                </a:cubicBezTo>
                <a:lnTo>
                  <a:pt x="194881" y="358006"/>
                </a:lnTo>
                <a:cubicBezTo>
                  <a:pt x="194814" y="331679"/>
                  <a:pt x="173212" y="312562"/>
                  <a:pt x="149256" y="312562"/>
                </a:cubicBezTo>
                <a:cubicBezTo>
                  <a:pt x="122853" y="312562"/>
                  <a:pt x="103641" y="334108"/>
                  <a:pt x="103536" y="358063"/>
                </a:cubicBezTo>
                <a:lnTo>
                  <a:pt x="103536" y="359244"/>
                </a:lnTo>
                <a:cubicBezTo>
                  <a:pt x="92563" y="349662"/>
                  <a:pt x="76009" y="350253"/>
                  <a:pt x="65703" y="360597"/>
                </a:cubicBezTo>
                <a:cubicBezTo>
                  <a:pt x="53559" y="372798"/>
                  <a:pt x="42167" y="377704"/>
                  <a:pt x="28727" y="379676"/>
                </a:cubicBezTo>
                <a:lnTo>
                  <a:pt x="33775" y="374646"/>
                </a:lnTo>
                <a:cubicBezTo>
                  <a:pt x="38547" y="369874"/>
                  <a:pt x="40947" y="365112"/>
                  <a:pt x="40986" y="358006"/>
                </a:cubicBezTo>
              </a:path>
            </a:pathLst>
          </a:custGeom>
          <a:solidFill>
            <a:srgbClr val="2240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633138" y="1691231"/>
            <a:ext cx="440655" cy="440788"/>
          </a:xfrm>
          <a:custGeom>
            <a:avLst/>
            <a:gdLst/>
            <a:ahLst/>
            <a:cxnLst/>
            <a:rect l="0" t="0" r="0" b="0"/>
            <a:pathLst>
              <a:path w="440655" h="440788">
                <a:moveTo>
                  <a:pt x="11849" y="5124"/>
                </a:moveTo>
                <a:cubicBezTo>
                  <a:pt x="20697" y="0"/>
                  <a:pt x="32013" y="3028"/>
                  <a:pt x="37128" y="11877"/>
                </a:cubicBezTo>
                <a:lnTo>
                  <a:pt x="123853" y="161686"/>
                </a:lnTo>
                <a:cubicBezTo>
                  <a:pt x="142455" y="154581"/>
                  <a:pt x="161753" y="152066"/>
                  <a:pt x="179536" y="154476"/>
                </a:cubicBezTo>
                <a:cubicBezTo>
                  <a:pt x="202701" y="157619"/>
                  <a:pt x="224285" y="169449"/>
                  <a:pt x="236019" y="191414"/>
                </a:cubicBezTo>
                <a:lnTo>
                  <a:pt x="276586" y="263309"/>
                </a:lnTo>
                <a:cubicBezTo>
                  <a:pt x="281597" y="272205"/>
                  <a:pt x="278463" y="283483"/>
                  <a:pt x="269567" y="288502"/>
                </a:cubicBezTo>
                <a:cubicBezTo>
                  <a:pt x="260670" y="293512"/>
                  <a:pt x="249402" y="290379"/>
                  <a:pt x="244382" y="281482"/>
                </a:cubicBezTo>
                <a:lnTo>
                  <a:pt x="212874" y="225656"/>
                </a:lnTo>
                <a:lnTo>
                  <a:pt x="171383" y="249554"/>
                </a:lnTo>
                <a:lnTo>
                  <a:pt x="202634" y="304933"/>
                </a:lnTo>
                <a:cubicBezTo>
                  <a:pt x="207435" y="313801"/>
                  <a:pt x="204244" y="324888"/>
                  <a:pt x="195453" y="329841"/>
                </a:cubicBezTo>
                <a:cubicBezTo>
                  <a:pt x="186670" y="334803"/>
                  <a:pt x="175526" y="331793"/>
                  <a:pt x="170421" y="323087"/>
                </a:cubicBezTo>
                <a:lnTo>
                  <a:pt x="139369" y="268023"/>
                </a:lnTo>
                <a:lnTo>
                  <a:pt x="100707" y="290341"/>
                </a:lnTo>
                <a:lnTo>
                  <a:pt x="132378" y="346490"/>
                </a:lnTo>
                <a:cubicBezTo>
                  <a:pt x="137398" y="355387"/>
                  <a:pt x="134254" y="366664"/>
                  <a:pt x="125358" y="371684"/>
                </a:cubicBezTo>
                <a:cubicBezTo>
                  <a:pt x="116471" y="376704"/>
                  <a:pt x="105184" y="373560"/>
                  <a:pt x="100174" y="364664"/>
                </a:cubicBezTo>
                <a:lnTo>
                  <a:pt x="59550" y="292636"/>
                </a:lnTo>
                <a:cubicBezTo>
                  <a:pt x="46920" y="271024"/>
                  <a:pt x="47529" y="246345"/>
                  <a:pt x="56721" y="224523"/>
                </a:cubicBezTo>
                <a:cubicBezTo>
                  <a:pt x="63750" y="207806"/>
                  <a:pt x="75895" y="192414"/>
                  <a:pt x="91706" y="179946"/>
                </a:cubicBezTo>
                <a:lnTo>
                  <a:pt x="5124" y="30394"/>
                </a:lnTo>
                <a:cubicBezTo>
                  <a:pt x="0" y="21564"/>
                  <a:pt x="3000" y="10248"/>
                  <a:pt x="11830" y="5124"/>
                </a:cubicBezTo>
                <a:moveTo>
                  <a:pt x="440645" y="24793"/>
                </a:moveTo>
                <a:cubicBezTo>
                  <a:pt x="440645" y="14582"/>
                  <a:pt x="432368" y="6305"/>
                  <a:pt x="422157" y="6305"/>
                </a:cubicBezTo>
                <a:cubicBezTo>
                  <a:pt x="411946" y="6305"/>
                  <a:pt x="403669" y="14582"/>
                  <a:pt x="403669" y="24793"/>
                </a:cubicBezTo>
                <a:lnTo>
                  <a:pt x="403669" y="310886"/>
                </a:lnTo>
                <a:lnTo>
                  <a:pt x="250031" y="424091"/>
                </a:lnTo>
                <a:cubicBezTo>
                  <a:pt x="246811" y="426453"/>
                  <a:pt x="245478" y="430615"/>
                  <a:pt x="246726" y="434416"/>
                </a:cubicBezTo>
                <a:cubicBezTo>
                  <a:pt x="247964" y="438216"/>
                  <a:pt x="251507" y="440778"/>
                  <a:pt x="255508" y="440778"/>
                </a:cubicBezTo>
                <a:lnTo>
                  <a:pt x="431149" y="440778"/>
                </a:lnTo>
                <a:cubicBezTo>
                  <a:pt x="436254" y="440778"/>
                  <a:pt x="440388" y="436645"/>
                  <a:pt x="440388" y="431539"/>
                </a:cubicBezTo>
                <a:lnTo>
                  <a:pt x="440388" y="332936"/>
                </a:lnTo>
                <a:cubicBezTo>
                  <a:pt x="440569" y="331917"/>
                  <a:pt x="440655" y="330888"/>
                  <a:pt x="440645" y="329850"/>
                </a:cubicBezTo>
                <a:lnTo>
                  <a:pt x="440645" y="24793"/>
                </a:lnTo>
                <a:moveTo>
                  <a:pt x="37347" y="396411"/>
                </a:moveTo>
                <a:cubicBezTo>
                  <a:pt x="25098" y="396411"/>
                  <a:pt x="15163" y="406346"/>
                  <a:pt x="15163" y="418595"/>
                </a:cubicBezTo>
                <a:cubicBezTo>
                  <a:pt x="15163" y="430844"/>
                  <a:pt x="25098" y="440778"/>
                  <a:pt x="37347" y="440778"/>
                </a:cubicBezTo>
                <a:cubicBezTo>
                  <a:pt x="49606" y="440788"/>
                  <a:pt x="59540" y="430853"/>
                  <a:pt x="59540" y="418595"/>
                </a:cubicBezTo>
                <a:cubicBezTo>
                  <a:pt x="59540" y="406336"/>
                  <a:pt x="49606" y="396411"/>
                  <a:pt x="37347" y="396411"/>
                </a:cubicBezTo>
                <a:moveTo>
                  <a:pt x="102060" y="396411"/>
                </a:moveTo>
                <a:cubicBezTo>
                  <a:pt x="89801" y="396411"/>
                  <a:pt x="79876" y="406346"/>
                  <a:pt x="79876" y="418595"/>
                </a:cubicBezTo>
                <a:cubicBezTo>
                  <a:pt x="79876" y="430844"/>
                  <a:pt x="89801" y="440778"/>
                  <a:pt x="102060" y="440778"/>
                </a:cubicBezTo>
                <a:cubicBezTo>
                  <a:pt x="114309" y="440788"/>
                  <a:pt x="124244" y="430853"/>
                  <a:pt x="124244" y="418595"/>
                </a:cubicBezTo>
                <a:cubicBezTo>
                  <a:pt x="124244" y="406336"/>
                  <a:pt x="114309" y="396411"/>
                  <a:pt x="102060" y="396411"/>
                </a:cubicBezTo>
                <a:moveTo>
                  <a:pt x="166763" y="396411"/>
                </a:moveTo>
                <a:cubicBezTo>
                  <a:pt x="154514" y="396411"/>
                  <a:pt x="144579" y="406346"/>
                  <a:pt x="144579" y="418595"/>
                </a:cubicBezTo>
                <a:cubicBezTo>
                  <a:pt x="144579" y="430844"/>
                  <a:pt x="154514" y="440778"/>
                  <a:pt x="166763" y="440778"/>
                </a:cubicBezTo>
                <a:cubicBezTo>
                  <a:pt x="179022" y="440788"/>
                  <a:pt x="188956" y="430853"/>
                  <a:pt x="188956" y="418595"/>
                </a:cubicBezTo>
                <a:cubicBezTo>
                  <a:pt x="188956" y="406336"/>
                  <a:pt x="179022" y="396411"/>
                  <a:pt x="166763" y="396411"/>
                </a:cubicBezTo>
              </a:path>
            </a:pathLst>
          </a:custGeom>
          <a:solidFill>
            <a:srgbClr val="2240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125794" y="3734018"/>
            <a:ext cx="443722" cy="443722"/>
          </a:xfrm>
          <a:custGeom>
            <a:avLst/>
            <a:gdLst/>
            <a:ahLst/>
            <a:cxnLst/>
            <a:rect l="0" t="0" r="0" b="0"/>
            <a:pathLst>
              <a:path w="443722" h="443722">
                <a:moveTo>
                  <a:pt x="328164" y="212617"/>
                </a:moveTo>
                <a:cubicBezTo>
                  <a:pt x="328164" y="204958"/>
                  <a:pt x="334375" y="198748"/>
                  <a:pt x="342033" y="198748"/>
                </a:cubicBezTo>
                <a:cubicBezTo>
                  <a:pt x="349691" y="198748"/>
                  <a:pt x="355901" y="204958"/>
                  <a:pt x="355901" y="212617"/>
                </a:cubicBezTo>
                <a:lnTo>
                  <a:pt x="355901" y="277320"/>
                </a:lnTo>
                <a:cubicBezTo>
                  <a:pt x="355901" y="284978"/>
                  <a:pt x="349691" y="291188"/>
                  <a:pt x="342033" y="291188"/>
                </a:cubicBezTo>
                <a:cubicBezTo>
                  <a:pt x="334375" y="291188"/>
                  <a:pt x="328164" y="284978"/>
                  <a:pt x="328164" y="277320"/>
                </a:cubicBezTo>
                <a:lnTo>
                  <a:pt x="328164" y="212617"/>
                </a:lnTo>
                <a:moveTo>
                  <a:pt x="254212" y="157152"/>
                </a:moveTo>
                <a:cubicBezTo>
                  <a:pt x="254212" y="164811"/>
                  <a:pt x="248002" y="171011"/>
                  <a:pt x="240344" y="171011"/>
                </a:cubicBezTo>
                <a:cubicBezTo>
                  <a:pt x="232686" y="171011"/>
                  <a:pt x="226485" y="164811"/>
                  <a:pt x="226485" y="157152"/>
                </a:cubicBezTo>
                <a:lnTo>
                  <a:pt x="226485" y="92440"/>
                </a:lnTo>
                <a:cubicBezTo>
                  <a:pt x="226485" y="84782"/>
                  <a:pt x="232686" y="78571"/>
                  <a:pt x="240344" y="78571"/>
                </a:cubicBezTo>
                <a:cubicBezTo>
                  <a:pt x="248002" y="78571"/>
                  <a:pt x="254212" y="84782"/>
                  <a:pt x="254212" y="92440"/>
                </a:cubicBezTo>
                <a:lnTo>
                  <a:pt x="254212" y="157152"/>
                </a:lnTo>
                <a:moveTo>
                  <a:pt x="374389" y="147904"/>
                </a:moveTo>
                <a:cubicBezTo>
                  <a:pt x="374389" y="160667"/>
                  <a:pt x="364035" y="171011"/>
                  <a:pt x="351272" y="171011"/>
                </a:cubicBezTo>
                <a:lnTo>
                  <a:pt x="323545" y="171011"/>
                </a:lnTo>
                <a:cubicBezTo>
                  <a:pt x="310781" y="171011"/>
                  <a:pt x="300437" y="160667"/>
                  <a:pt x="300437" y="147904"/>
                </a:cubicBezTo>
                <a:lnTo>
                  <a:pt x="300437" y="101688"/>
                </a:lnTo>
                <a:cubicBezTo>
                  <a:pt x="300437" y="88925"/>
                  <a:pt x="310781" y="78571"/>
                  <a:pt x="323545" y="78571"/>
                </a:cubicBezTo>
                <a:lnTo>
                  <a:pt x="351272" y="78571"/>
                </a:lnTo>
                <a:cubicBezTo>
                  <a:pt x="364035" y="78571"/>
                  <a:pt x="374389" y="88925"/>
                  <a:pt x="374389" y="101688"/>
                </a:cubicBezTo>
                <a:lnTo>
                  <a:pt x="374389" y="147904"/>
                </a:lnTo>
                <a:moveTo>
                  <a:pt x="346652" y="138664"/>
                </a:moveTo>
                <a:cubicBezTo>
                  <a:pt x="346652" y="141217"/>
                  <a:pt x="344585" y="143284"/>
                  <a:pt x="342033" y="143284"/>
                </a:cubicBezTo>
                <a:lnTo>
                  <a:pt x="332784" y="143284"/>
                </a:lnTo>
                <a:cubicBezTo>
                  <a:pt x="330231" y="143284"/>
                  <a:pt x="328164" y="141217"/>
                  <a:pt x="328164" y="138664"/>
                </a:cubicBezTo>
                <a:lnTo>
                  <a:pt x="328164" y="110928"/>
                </a:lnTo>
                <a:cubicBezTo>
                  <a:pt x="328164" y="108375"/>
                  <a:pt x="330231" y="106308"/>
                  <a:pt x="332784" y="106308"/>
                </a:cubicBezTo>
                <a:lnTo>
                  <a:pt x="342033" y="106308"/>
                </a:lnTo>
                <a:cubicBezTo>
                  <a:pt x="344585" y="106308"/>
                  <a:pt x="346652" y="108375"/>
                  <a:pt x="346652" y="110928"/>
                </a:cubicBezTo>
                <a:lnTo>
                  <a:pt x="346652" y="138664"/>
                </a:lnTo>
                <a:moveTo>
                  <a:pt x="432806" y="55464"/>
                </a:moveTo>
                <a:lnTo>
                  <a:pt x="388248" y="10906"/>
                </a:lnTo>
                <a:cubicBezTo>
                  <a:pt x="381352" y="3962"/>
                  <a:pt x="371979" y="38"/>
                  <a:pt x="362188" y="0"/>
                </a:cubicBezTo>
                <a:lnTo>
                  <a:pt x="147904" y="0"/>
                </a:lnTo>
                <a:cubicBezTo>
                  <a:pt x="127482" y="0"/>
                  <a:pt x="110928" y="16554"/>
                  <a:pt x="110928" y="36976"/>
                </a:cubicBezTo>
                <a:lnTo>
                  <a:pt x="110928" y="171573"/>
                </a:lnTo>
                <a:cubicBezTo>
                  <a:pt x="111013" y="174012"/>
                  <a:pt x="112928" y="176002"/>
                  <a:pt x="115366" y="176193"/>
                </a:cubicBezTo>
                <a:cubicBezTo>
                  <a:pt x="122205" y="176193"/>
                  <a:pt x="133854" y="176193"/>
                  <a:pt x="142913" y="177669"/>
                </a:cubicBezTo>
                <a:cubicBezTo>
                  <a:pt x="144198" y="177774"/>
                  <a:pt x="145475" y="177336"/>
                  <a:pt x="146427" y="176460"/>
                </a:cubicBezTo>
                <a:cubicBezTo>
                  <a:pt x="147370" y="175574"/>
                  <a:pt x="147913" y="174345"/>
                  <a:pt x="147904" y="173050"/>
                </a:cubicBezTo>
                <a:lnTo>
                  <a:pt x="147904" y="46224"/>
                </a:lnTo>
                <a:cubicBezTo>
                  <a:pt x="147904" y="41119"/>
                  <a:pt x="152047" y="36976"/>
                  <a:pt x="157152" y="36976"/>
                </a:cubicBezTo>
                <a:lnTo>
                  <a:pt x="358301" y="36976"/>
                </a:lnTo>
                <a:cubicBezTo>
                  <a:pt x="360749" y="36947"/>
                  <a:pt x="363102" y="37957"/>
                  <a:pt x="364769" y="39747"/>
                </a:cubicBezTo>
                <a:lnTo>
                  <a:pt x="403964" y="78943"/>
                </a:lnTo>
                <a:cubicBezTo>
                  <a:pt x="405764" y="80610"/>
                  <a:pt x="406774" y="82962"/>
                  <a:pt x="406736" y="85420"/>
                </a:cubicBezTo>
                <a:lnTo>
                  <a:pt x="406736" y="332784"/>
                </a:lnTo>
                <a:cubicBezTo>
                  <a:pt x="406736" y="337889"/>
                  <a:pt x="402602" y="342033"/>
                  <a:pt x="397497" y="342033"/>
                </a:cubicBezTo>
                <a:lnTo>
                  <a:pt x="270671" y="342033"/>
                </a:lnTo>
                <a:cubicBezTo>
                  <a:pt x="268452" y="342090"/>
                  <a:pt x="266585" y="343719"/>
                  <a:pt x="266233" y="345919"/>
                </a:cubicBezTo>
                <a:cubicBezTo>
                  <a:pt x="264537" y="355101"/>
                  <a:pt x="262061" y="364140"/>
                  <a:pt x="258832" y="372903"/>
                </a:cubicBezTo>
                <a:cubicBezTo>
                  <a:pt x="258270" y="374294"/>
                  <a:pt x="258451" y="375875"/>
                  <a:pt x="259308" y="377113"/>
                </a:cubicBezTo>
                <a:cubicBezTo>
                  <a:pt x="260165" y="378342"/>
                  <a:pt x="261585" y="379056"/>
                  <a:pt x="263090" y="379009"/>
                </a:cubicBezTo>
                <a:lnTo>
                  <a:pt x="406736" y="379009"/>
                </a:lnTo>
                <a:cubicBezTo>
                  <a:pt x="427158" y="379009"/>
                  <a:pt x="443722" y="362454"/>
                  <a:pt x="443722" y="342033"/>
                </a:cubicBezTo>
                <a:lnTo>
                  <a:pt x="443722" y="81534"/>
                </a:lnTo>
                <a:cubicBezTo>
                  <a:pt x="443674" y="71742"/>
                  <a:pt x="439750" y="62369"/>
                  <a:pt x="432806" y="55464"/>
                </a:cubicBezTo>
                <a:moveTo>
                  <a:pt x="266414" y="289521"/>
                </a:moveTo>
                <a:cubicBezTo>
                  <a:pt x="264718" y="289712"/>
                  <a:pt x="263118" y="288721"/>
                  <a:pt x="262537" y="287121"/>
                </a:cubicBezTo>
                <a:cubicBezTo>
                  <a:pt x="260413" y="278406"/>
                  <a:pt x="257441" y="269928"/>
                  <a:pt x="253660" y="261794"/>
                </a:cubicBezTo>
                <a:cubicBezTo>
                  <a:pt x="253574" y="261175"/>
                  <a:pt x="253574" y="260556"/>
                  <a:pt x="253660" y="259946"/>
                </a:cubicBezTo>
                <a:lnTo>
                  <a:pt x="253660" y="230552"/>
                </a:lnTo>
                <a:cubicBezTo>
                  <a:pt x="253660" y="227999"/>
                  <a:pt x="251593" y="225923"/>
                  <a:pt x="249040" y="225923"/>
                </a:cubicBezTo>
                <a:lnTo>
                  <a:pt x="237201" y="225923"/>
                </a:lnTo>
                <a:cubicBezTo>
                  <a:pt x="235172" y="225923"/>
                  <a:pt x="235172" y="226294"/>
                  <a:pt x="235172" y="228514"/>
                </a:cubicBezTo>
                <a:cubicBezTo>
                  <a:pt x="235172" y="230733"/>
                  <a:pt x="233695" y="229438"/>
                  <a:pt x="232762" y="228514"/>
                </a:cubicBezTo>
                <a:cubicBezTo>
                  <a:pt x="227256" y="221732"/>
                  <a:pt x="221056" y="215541"/>
                  <a:pt x="214274" y="210026"/>
                </a:cubicBezTo>
                <a:cubicBezTo>
                  <a:pt x="214274" y="209473"/>
                  <a:pt x="214274" y="206702"/>
                  <a:pt x="214274" y="206702"/>
                </a:cubicBezTo>
                <a:cubicBezTo>
                  <a:pt x="218417" y="201672"/>
                  <a:pt x="224589" y="198758"/>
                  <a:pt x="231105" y="198748"/>
                </a:cubicBezTo>
                <a:lnTo>
                  <a:pt x="258832" y="198748"/>
                </a:lnTo>
                <a:cubicBezTo>
                  <a:pt x="271595" y="198748"/>
                  <a:pt x="281949" y="209092"/>
                  <a:pt x="281949" y="221856"/>
                </a:cubicBezTo>
                <a:lnTo>
                  <a:pt x="281949" y="268081"/>
                </a:lnTo>
                <a:cubicBezTo>
                  <a:pt x="281892" y="277815"/>
                  <a:pt x="275653" y="286435"/>
                  <a:pt x="266414" y="289521"/>
                </a:cubicBezTo>
                <a:moveTo>
                  <a:pt x="120176" y="203368"/>
                </a:moveTo>
                <a:cubicBezTo>
                  <a:pt x="53806" y="203368"/>
                  <a:pt x="0" y="257175"/>
                  <a:pt x="0" y="323545"/>
                </a:cubicBezTo>
                <a:cubicBezTo>
                  <a:pt x="0" y="389915"/>
                  <a:pt x="53806" y="443722"/>
                  <a:pt x="120176" y="443722"/>
                </a:cubicBezTo>
                <a:cubicBezTo>
                  <a:pt x="186547" y="443722"/>
                  <a:pt x="240344" y="389915"/>
                  <a:pt x="240344" y="323545"/>
                </a:cubicBezTo>
                <a:cubicBezTo>
                  <a:pt x="240249" y="257213"/>
                  <a:pt x="186499" y="203473"/>
                  <a:pt x="120176" y="203368"/>
                </a:cubicBezTo>
                <a:moveTo>
                  <a:pt x="110928" y="244973"/>
                </a:moveTo>
                <a:cubicBezTo>
                  <a:pt x="121138" y="244973"/>
                  <a:pt x="129416" y="253250"/>
                  <a:pt x="129416" y="263461"/>
                </a:cubicBezTo>
                <a:cubicBezTo>
                  <a:pt x="129416" y="273672"/>
                  <a:pt x="121138" y="281949"/>
                  <a:pt x="110928" y="281949"/>
                </a:cubicBezTo>
                <a:cubicBezTo>
                  <a:pt x="100717" y="281949"/>
                  <a:pt x="92440" y="273672"/>
                  <a:pt x="92440" y="263461"/>
                </a:cubicBezTo>
                <a:cubicBezTo>
                  <a:pt x="92440" y="253250"/>
                  <a:pt x="100717" y="244973"/>
                  <a:pt x="110928" y="244973"/>
                </a:cubicBezTo>
                <a:moveTo>
                  <a:pt x="147904" y="402116"/>
                </a:moveTo>
                <a:lnTo>
                  <a:pt x="92440" y="402116"/>
                </a:lnTo>
                <a:cubicBezTo>
                  <a:pt x="84782" y="402116"/>
                  <a:pt x="78571" y="395906"/>
                  <a:pt x="78571" y="388248"/>
                </a:cubicBezTo>
                <a:cubicBezTo>
                  <a:pt x="78571" y="380590"/>
                  <a:pt x="84782" y="374389"/>
                  <a:pt x="92440" y="374389"/>
                </a:cubicBezTo>
                <a:lnTo>
                  <a:pt x="104089" y="374389"/>
                </a:lnTo>
                <a:cubicBezTo>
                  <a:pt x="105317" y="374389"/>
                  <a:pt x="106308" y="373389"/>
                  <a:pt x="106308" y="372170"/>
                </a:cubicBezTo>
                <a:lnTo>
                  <a:pt x="106308" y="330565"/>
                </a:lnTo>
                <a:cubicBezTo>
                  <a:pt x="106308" y="329241"/>
                  <a:pt x="105232" y="328164"/>
                  <a:pt x="103908" y="328164"/>
                </a:cubicBezTo>
                <a:lnTo>
                  <a:pt x="92440" y="328164"/>
                </a:lnTo>
                <a:cubicBezTo>
                  <a:pt x="84782" y="328164"/>
                  <a:pt x="78571" y="321954"/>
                  <a:pt x="78571" y="314296"/>
                </a:cubicBezTo>
                <a:cubicBezTo>
                  <a:pt x="78571" y="306638"/>
                  <a:pt x="84782" y="300437"/>
                  <a:pt x="92440" y="300437"/>
                </a:cubicBezTo>
                <a:lnTo>
                  <a:pt x="110928" y="300437"/>
                </a:lnTo>
                <a:cubicBezTo>
                  <a:pt x="123691" y="300437"/>
                  <a:pt x="134035" y="310781"/>
                  <a:pt x="134035" y="323545"/>
                </a:cubicBezTo>
                <a:lnTo>
                  <a:pt x="134035" y="371979"/>
                </a:lnTo>
                <a:cubicBezTo>
                  <a:pt x="134035" y="373313"/>
                  <a:pt x="135112" y="374389"/>
                  <a:pt x="136445" y="374389"/>
                </a:cubicBezTo>
                <a:lnTo>
                  <a:pt x="147904" y="374389"/>
                </a:lnTo>
                <a:cubicBezTo>
                  <a:pt x="155562" y="374389"/>
                  <a:pt x="161772" y="380590"/>
                  <a:pt x="161772" y="388248"/>
                </a:cubicBezTo>
                <a:cubicBezTo>
                  <a:pt x="161772" y="395906"/>
                  <a:pt x="155562" y="402116"/>
                  <a:pt x="147904" y="402116"/>
                </a:cubicBezTo>
              </a:path>
            </a:pathLst>
          </a:custGeom>
          <a:solidFill>
            <a:srgbClr val="2240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644387" y="1692917"/>
            <a:ext cx="451046" cy="445522"/>
          </a:xfrm>
          <a:custGeom>
            <a:avLst/>
            <a:gdLst/>
            <a:ahLst/>
            <a:cxnLst/>
            <a:rect l="0" t="0" r="0" b="0"/>
            <a:pathLst>
              <a:path w="451046" h="445522">
                <a:moveTo>
                  <a:pt x="169097" y="391953"/>
                </a:moveTo>
                <a:lnTo>
                  <a:pt x="215503" y="438359"/>
                </a:lnTo>
                <a:cubicBezTo>
                  <a:pt x="222713" y="445522"/>
                  <a:pt x="234362" y="445522"/>
                  <a:pt x="241573" y="438359"/>
                </a:cubicBezTo>
                <a:cubicBezTo>
                  <a:pt x="245068" y="434882"/>
                  <a:pt x="247040" y="430158"/>
                  <a:pt x="247040" y="425224"/>
                </a:cubicBezTo>
                <a:cubicBezTo>
                  <a:pt x="247040" y="420300"/>
                  <a:pt x="245068" y="415575"/>
                  <a:pt x="241573" y="412099"/>
                </a:cubicBezTo>
                <a:lnTo>
                  <a:pt x="195348" y="365883"/>
                </a:lnTo>
                <a:cubicBezTo>
                  <a:pt x="194090" y="364178"/>
                  <a:pt x="194090" y="361854"/>
                  <a:pt x="195348" y="360149"/>
                </a:cubicBezTo>
                <a:cubicBezTo>
                  <a:pt x="220075" y="321202"/>
                  <a:pt x="215484" y="270481"/>
                  <a:pt x="184156" y="236610"/>
                </a:cubicBezTo>
                <a:cubicBezTo>
                  <a:pt x="152828" y="202739"/>
                  <a:pt x="102622" y="194205"/>
                  <a:pt x="61855" y="215817"/>
                </a:cubicBezTo>
                <a:cubicBezTo>
                  <a:pt x="21097" y="237439"/>
                  <a:pt x="0" y="283787"/>
                  <a:pt x="10467" y="328717"/>
                </a:cubicBezTo>
                <a:cubicBezTo>
                  <a:pt x="18964" y="366417"/>
                  <a:pt x="48263" y="395935"/>
                  <a:pt x="85896" y="404707"/>
                </a:cubicBezTo>
                <a:cubicBezTo>
                  <a:pt x="112699" y="410937"/>
                  <a:pt x="140874" y="406136"/>
                  <a:pt x="164106" y="391391"/>
                </a:cubicBezTo>
                <a:cubicBezTo>
                  <a:pt x="165725" y="390534"/>
                  <a:pt x="167706" y="390753"/>
                  <a:pt x="169097" y="391953"/>
                </a:cubicBezTo>
                <a:moveTo>
                  <a:pt x="109013" y="369760"/>
                </a:moveTo>
                <a:cubicBezTo>
                  <a:pt x="82791" y="369760"/>
                  <a:pt x="59159" y="353939"/>
                  <a:pt x="49177" y="329688"/>
                </a:cubicBezTo>
                <a:cubicBezTo>
                  <a:pt x="39195" y="305438"/>
                  <a:pt x="44834" y="277568"/>
                  <a:pt x="63455" y="259099"/>
                </a:cubicBezTo>
                <a:cubicBezTo>
                  <a:pt x="82076" y="240639"/>
                  <a:pt x="109994" y="235238"/>
                  <a:pt x="134159" y="245430"/>
                </a:cubicBezTo>
                <a:cubicBezTo>
                  <a:pt x="158324" y="255622"/>
                  <a:pt x="173945" y="279387"/>
                  <a:pt x="173716" y="305609"/>
                </a:cubicBezTo>
                <a:cubicBezTo>
                  <a:pt x="173412" y="341128"/>
                  <a:pt x="144532" y="369770"/>
                  <a:pt x="109013" y="369760"/>
                </a:cubicBezTo>
                <a:moveTo>
                  <a:pt x="451046" y="342033"/>
                </a:moveTo>
                <a:lnTo>
                  <a:pt x="451046" y="81534"/>
                </a:lnTo>
                <a:cubicBezTo>
                  <a:pt x="450999" y="71742"/>
                  <a:pt x="447074" y="62369"/>
                  <a:pt x="440131" y="55464"/>
                </a:cubicBezTo>
                <a:lnTo>
                  <a:pt x="395573" y="10906"/>
                </a:lnTo>
                <a:cubicBezTo>
                  <a:pt x="388677" y="3962"/>
                  <a:pt x="379304" y="38"/>
                  <a:pt x="369512" y="0"/>
                </a:cubicBezTo>
                <a:lnTo>
                  <a:pt x="155228" y="0"/>
                </a:lnTo>
                <a:cubicBezTo>
                  <a:pt x="134807" y="0"/>
                  <a:pt x="118252" y="16554"/>
                  <a:pt x="118252" y="36976"/>
                </a:cubicBezTo>
                <a:lnTo>
                  <a:pt x="118252" y="171935"/>
                </a:lnTo>
                <a:cubicBezTo>
                  <a:pt x="118243" y="174250"/>
                  <a:pt x="120015" y="176183"/>
                  <a:pt x="122320" y="176374"/>
                </a:cubicBezTo>
                <a:cubicBezTo>
                  <a:pt x="131483" y="177431"/>
                  <a:pt x="140522" y="179346"/>
                  <a:pt x="149313" y="182108"/>
                </a:cubicBezTo>
                <a:cubicBezTo>
                  <a:pt x="150685" y="182594"/>
                  <a:pt x="152199" y="182375"/>
                  <a:pt x="153381" y="181527"/>
                </a:cubicBezTo>
                <a:cubicBezTo>
                  <a:pt x="154562" y="180679"/>
                  <a:pt x="155257" y="179308"/>
                  <a:pt x="155228" y="177860"/>
                </a:cubicBezTo>
                <a:lnTo>
                  <a:pt x="155228" y="46224"/>
                </a:lnTo>
                <a:cubicBezTo>
                  <a:pt x="155228" y="41119"/>
                  <a:pt x="159372" y="36976"/>
                  <a:pt x="164477" y="36976"/>
                </a:cubicBezTo>
                <a:lnTo>
                  <a:pt x="365626" y="36976"/>
                </a:lnTo>
                <a:cubicBezTo>
                  <a:pt x="368074" y="36947"/>
                  <a:pt x="370427" y="37957"/>
                  <a:pt x="372094" y="39747"/>
                </a:cubicBezTo>
                <a:lnTo>
                  <a:pt x="411289" y="78943"/>
                </a:lnTo>
                <a:cubicBezTo>
                  <a:pt x="413089" y="80610"/>
                  <a:pt x="414099" y="82962"/>
                  <a:pt x="414061" y="85420"/>
                </a:cubicBezTo>
                <a:lnTo>
                  <a:pt x="414061" y="332784"/>
                </a:lnTo>
                <a:cubicBezTo>
                  <a:pt x="414061" y="337889"/>
                  <a:pt x="409927" y="342033"/>
                  <a:pt x="404822" y="342033"/>
                </a:cubicBezTo>
                <a:lnTo>
                  <a:pt x="236210" y="342033"/>
                </a:lnTo>
                <a:cubicBezTo>
                  <a:pt x="234276" y="342080"/>
                  <a:pt x="232571" y="343338"/>
                  <a:pt x="231952" y="345176"/>
                </a:cubicBezTo>
                <a:cubicBezTo>
                  <a:pt x="229933" y="351558"/>
                  <a:pt x="227333" y="357749"/>
                  <a:pt x="224189" y="363664"/>
                </a:cubicBezTo>
                <a:cubicBezTo>
                  <a:pt x="223637" y="365093"/>
                  <a:pt x="223637" y="366674"/>
                  <a:pt x="224189" y="368103"/>
                </a:cubicBezTo>
                <a:lnTo>
                  <a:pt x="232695" y="376418"/>
                </a:lnTo>
                <a:cubicBezTo>
                  <a:pt x="234153" y="377818"/>
                  <a:pt x="236048" y="378666"/>
                  <a:pt x="238058" y="378828"/>
                </a:cubicBezTo>
                <a:lnTo>
                  <a:pt x="414061" y="378828"/>
                </a:lnTo>
                <a:cubicBezTo>
                  <a:pt x="434416" y="378828"/>
                  <a:pt x="450942" y="362378"/>
                  <a:pt x="451046" y="342033"/>
                </a:cubicBezTo>
                <a:moveTo>
                  <a:pt x="215684" y="230733"/>
                </a:moveTo>
                <a:lnTo>
                  <a:pt x="213655" y="229619"/>
                </a:lnTo>
                <a:cubicBezTo>
                  <a:pt x="210016" y="224637"/>
                  <a:pt x="206063" y="219875"/>
                  <a:pt x="201825" y="215388"/>
                </a:cubicBezTo>
                <a:cubicBezTo>
                  <a:pt x="201720" y="214588"/>
                  <a:pt x="201720" y="213779"/>
                  <a:pt x="201825" y="212988"/>
                </a:cubicBezTo>
                <a:cubicBezTo>
                  <a:pt x="201577" y="209092"/>
                  <a:pt x="202682" y="205235"/>
                  <a:pt x="204968" y="202072"/>
                </a:cubicBezTo>
                <a:lnTo>
                  <a:pt x="247669" y="141808"/>
                </a:lnTo>
                <a:cubicBezTo>
                  <a:pt x="253241" y="134026"/>
                  <a:pt x="263823" y="131778"/>
                  <a:pt x="272072" y="136626"/>
                </a:cubicBezTo>
                <a:lnTo>
                  <a:pt x="300180" y="153266"/>
                </a:lnTo>
                <a:cubicBezTo>
                  <a:pt x="302199" y="154514"/>
                  <a:pt x="304828" y="154038"/>
                  <a:pt x="306276" y="152161"/>
                </a:cubicBezTo>
                <a:lnTo>
                  <a:pt x="343252" y="100393"/>
                </a:lnTo>
                <a:cubicBezTo>
                  <a:pt x="346814" y="94373"/>
                  <a:pt x="353463" y="90887"/>
                  <a:pt x="360435" y="91363"/>
                </a:cubicBezTo>
                <a:cubicBezTo>
                  <a:pt x="367407" y="91849"/>
                  <a:pt x="373513" y="96221"/>
                  <a:pt x="376218" y="102669"/>
                </a:cubicBezTo>
                <a:cubicBezTo>
                  <a:pt x="378914" y="109108"/>
                  <a:pt x="377751" y="116528"/>
                  <a:pt x="373208" y="121834"/>
                </a:cubicBezTo>
                <a:lnTo>
                  <a:pt x="323469" y="190985"/>
                </a:lnTo>
                <a:lnTo>
                  <a:pt x="321621" y="193205"/>
                </a:lnTo>
                <a:cubicBezTo>
                  <a:pt x="315572" y="199367"/>
                  <a:pt x="306047" y="200520"/>
                  <a:pt x="298694" y="195976"/>
                </a:cubicBezTo>
                <a:lnTo>
                  <a:pt x="270786" y="179336"/>
                </a:lnTo>
                <a:cubicBezTo>
                  <a:pt x="268738" y="178022"/>
                  <a:pt x="266014" y="178603"/>
                  <a:pt x="264680" y="180632"/>
                </a:cubicBezTo>
                <a:lnTo>
                  <a:pt x="234172" y="223523"/>
                </a:lnTo>
                <a:cubicBezTo>
                  <a:pt x="229933" y="229314"/>
                  <a:pt x="222723" y="232124"/>
                  <a:pt x="215684" y="230733"/>
                </a:cubicBezTo>
              </a:path>
            </a:pathLst>
          </a:custGeom>
          <a:solidFill>
            <a:srgbClr val="2240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7467" y="371475"/>
            <a:ext cx="7309064" cy="4000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3100" b="1">
                <a:solidFill>
                  <a:srgbClr val="22403B"/>
                </a:solidFill>
                <a:latin typeface="Roboto Slab"/>
              </a:rPr>
              <a:t>The Machine Learning Workflow</a:t>
            </a:r>
          </a:p>
        </p:txBody>
      </p:sp>
      <p:grpSp>
        <p:nvGrpSpPr>
          <p:cNvPr id="25" name="Group 24"/>
          <p:cNvGrpSpPr/>
          <p:nvPr/>
        </p:nvGrpSpPr>
        <p:grpSpPr>
          <a:xfrm>
            <a:off x="6872289" y="1870393"/>
            <a:ext cx="1019841" cy="266241"/>
            <a:chOff x="6872289" y="1870393"/>
            <a:chExt cx="1019841" cy="266241"/>
          </a:xfrm>
        </p:grpSpPr>
        <p:sp>
          <p:nvSpPr>
            <p:cNvPr id="23" name="TextBox 22"/>
            <p:cNvSpPr txBox="1"/>
            <p:nvPr/>
          </p:nvSpPr>
          <p:spPr>
            <a:xfrm>
              <a:off x="6795801" y="1870393"/>
              <a:ext cx="1172817" cy="1331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800" b="1">
                  <a:solidFill>
                    <a:srgbClr val="22403B"/>
                  </a:solidFill>
                  <a:latin typeface="Roboto"/>
                </a:rPr>
                <a:t>Putting the model to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6795801" y="2003552"/>
              <a:ext cx="1172817" cy="1330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800" b="1">
                  <a:solidFill>
                    <a:srgbClr val="22403B"/>
                  </a:solidFill>
                  <a:latin typeface="Roboto"/>
                </a:rPr>
                <a:t>work.</a:t>
              </a:r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986598" y="1870393"/>
            <a:ext cx="722118" cy="266241"/>
            <a:chOff x="986598" y="1870393"/>
            <a:chExt cx="722118" cy="266241"/>
          </a:xfrm>
        </p:grpSpPr>
        <p:sp>
          <p:nvSpPr>
            <p:cNvPr id="26" name="TextBox 25"/>
            <p:cNvSpPr txBox="1"/>
            <p:nvPr/>
          </p:nvSpPr>
          <p:spPr>
            <a:xfrm>
              <a:off x="932440" y="1870393"/>
              <a:ext cx="830435" cy="1331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800" b="1">
                  <a:solidFill>
                    <a:srgbClr val="22403B"/>
                  </a:solidFill>
                  <a:latin typeface="Roboto"/>
                </a:rPr>
                <a:t>Gathering raw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932440" y="2003552"/>
              <a:ext cx="830435" cy="1330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800" b="1">
                  <a:solidFill>
                    <a:srgbClr val="22403B"/>
                  </a:solidFill>
                  <a:latin typeface="Roboto"/>
                </a:rPr>
                <a:t>information.</a:t>
              </a:r>
            </a:p>
          </p:txBody>
        </p:sp>
      </p:grpSp>
      <p:sp>
        <p:nvSpPr>
          <p:cNvPr id="29" name="TextBox 28"/>
          <p:cNvSpPr txBox="1"/>
          <p:nvPr/>
        </p:nvSpPr>
        <p:spPr>
          <a:xfrm>
            <a:off x="7017483" y="1648531"/>
            <a:ext cx="729453" cy="13311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800" b="1">
                <a:solidFill>
                  <a:srgbClr val="22403B"/>
                </a:solidFill>
                <a:latin typeface="Roboto Slab"/>
              </a:rPr>
              <a:t>Deployment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95202" y="1648531"/>
            <a:ext cx="939459" cy="13311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800" b="1">
                <a:solidFill>
                  <a:srgbClr val="22403B"/>
                </a:solidFill>
                <a:latin typeface="Roboto Slab"/>
              </a:rPr>
              <a:t>Model Training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45487" y="3844944"/>
            <a:ext cx="1021611" cy="13311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800" b="1">
                <a:solidFill>
                  <a:srgbClr val="22403B"/>
                </a:solidFill>
                <a:latin typeface="Roboto Slab"/>
              </a:rPr>
              <a:t>Data Preparation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44828" y="3734014"/>
            <a:ext cx="657476" cy="13311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800" b="1">
                <a:solidFill>
                  <a:srgbClr val="22403B"/>
                </a:solidFill>
                <a:latin typeface="Roboto Slab"/>
              </a:rPr>
              <a:t>Evaluation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1015" y="1648531"/>
            <a:ext cx="913267" cy="13311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800" b="1">
                <a:solidFill>
                  <a:srgbClr val="22403B"/>
                </a:solidFill>
                <a:latin typeface="Roboto Slab"/>
              </a:rPr>
              <a:t>Data Collection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73161" y="3955872"/>
            <a:ext cx="1000810" cy="13311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800" b="1">
                <a:solidFill>
                  <a:srgbClr val="22403B"/>
                </a:solidFill>
                <a:latin typeface="Roboto"/>
              </a:rPr>
              <a:t>Testing accuracy.</a:t>
            </a:r>
          </a:p>
        </p:txBody>
      </p:sp>
      <p:grpSp>
        <p:nvGrpSpPr>
          <p:cNvPr id="37" name="Group 36"/>
          <p:cNvGrpSpPr/>
          <p:nvPr/>
        </p:nvGrpSpPr>
        <p:grpSpPr>
          <a:xfrm>
            <a:off x="2518859" y="4177734"/>
            <a:ext cx="674865" cy="266241"/>
            <a:chOff x="2518859" y="4177734"/>
            <a:chExt cx="674865" cy="266241"/>
          </a:xfrm>
        </p:grpSpPr>
        <p:sp>
          <p:nvSpPr>
            <p:cNvPr id="35" name="TextBox 34"/>
            <p:cNvSpPr txBox="1"/>
            <p:nvPr/>
          </p:nvSpPr>
          <p:spPr>
            <a:xfrm>
              <a:off x="2468245" y="4177734"/>
              <a:ext cx="776094" cy="1331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800" b="1">
                  <a:solidFill>
                    <a:srgbClr val="22403B"/>
                  </a:solidFill>
                  <a:latin typeface="Roboto"/>
                </a:rPr>
                <a:t>Cleaning and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2468245" y="4310893"/>
              <a:ext cx="776094" cy="1330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800" b="1">
                  <a:solidFill>
                    <a:srgbClr val="22403B"/>
                  </a:solidFill>
                  <a:latin typeface="Roboto"/>
                </a:rPr>
                <a:t>formatting.</a:t>
              </a: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3856201" y="1870393"/>
            <a:ext cx="1017460" cy="266241"/>
            <a:chOff x="3856201" y="1870393"/>
            <a:chExt cx="1017460" cy="266241"/>
          </a:xfrm>
        </p:grpSpPr>
        <p:sp>
          <p:nvSpPr>
            <p:cNvPr id="38" name="TextBox 37"/>
            <p:cNvSpPr txBox="1"/>
            <p:nvPr/>
          </p:nvSpPr>
          <p:spPr>
            <a:xfrm>
              <a:off x="3779892" y="1870393"/>
              <a:ext cx="1170079" cy="1331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800" b="1">
                  <a:solidFill>
                    <a:srgbClr val="22403B"/>
                  </a:solidFill>
                  <a:latin typeface="Roboto"/>
                </a:rPr>
                <a:t>Feeding data into an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3779892" y="2003552"/>
              <a:ext cx="1170079" cy="1330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800" b="1">
                  <a:solidFill>
                    <a:srgbClr val="22403B"/>
                  </a:solidFill>
                  <a:latin typeface="Roboto"/>
                </a:rPr>
                <a:t>algorithm.</a:t>
              </a:r>
            </a:p>
          </p:txBody>
        </p:sp>
      </p:grpSp>
      <p:sp>
        <p:nvSpPr>
          <p:cNvPr id="41" name="Rounded Rectangle 40"/>
          <p:cNvSpPr/>
          <p:nvPr/>
        </p:nvSpPr>
        <p:spPr>
          <a:xfrm>
            <a:off x="7886700" y="4829136"/>
            <a:ext cx="1025290" cy="114677"/>
          </a:xfrm>
          <a:custGeom>
            <a:avLst/>
            <a:gdLst/>
            <a:ahLst/>
            <a:cxnLst/>
            <a:rect l="0" t="0" r="0" b="0"/>
            <a:pathLst>
              <a:path w="1025290" h="114677">
                <a:moveTo>
                  <a:pt x="583720" y="112024"/>
                </a:moveTo>
                <a:cubicBezTo>
                  <a:pt x="584031" y="113167"/>
                  <a:pt x="584928" y="114062"/>
                  <a:pt x="586072" y="114370"/>
                </a:cubicBezTo>
                <a:cubicBezTo>
                  <a:pt x="587216" y="114677"/>
                  <a:pt x="588441" y="114353"/>
                  <a:pt x="589283" y="113519"/>
                </a:cubicBezTo>
                <a:lnTo>
                  <a:pt x="638841" y="64551"/>
                </a:lnTo>
                <a:lnTo>
                  <a:pt x="579948" y="98108"/>
                </a:lnTo>
                <a:close/>
                <a:moveTo>
                  <a:pt x="562613" y="581"/>
                </a:moveTo>
                <a:cubicBezTo>
                  <a:pt x="561581" y="0"/>
                  <a:pt x="560315" y="9"/>
                  <a:pt x="559293" y="606"/>
                </a:cubicBezTo>
                <a:cubicBezTo>
                  <a:pt x="558270" y="1204"/>
                  <a:pt x="557640" y="2302"/>
                  <a:pt x="557641" y="3486"/>
                </a:cubicBezTo>
                <a:lnTo>
                  <a:pt x="557641" y="33119"/>
                </a:lnTo>
                <a:lnTo>
                  <a:pt x="588845" y="15326"/>
                </a:lnTo>
                <a:close/>
                <a:moveTo>
                  <a:pt x="598122" y="20631"/>
                </a:moveTo>
                <a:lnTo>
                  <a:pt x="557641" y="43692"/>
                </a:lnTo>
                <a:lnTo>
                  <a:pt x="557641" y="66980"/>
                </a:lnTo>
                <a:lnTo>
                  <a:pt x="618515" y="32271"/>
                </a:lnTo>
                <a:close/>
                <a:moveTo>
                  <a:pt x="642966" y="52093"/>
                </a:moveTo>
                <a:cubicBezTo>
                  <a:pt x="644009" y="51501"/>
                  <a:pt x="644656" y="50391"/>
                  <a:pt x="644656" y="49192"/>
                </a:cubicBezTo>
                <a:cubicBezTo>
                  <a:pt x="644656" y="47993"/>
                  <a:pt x="644009" y="46883"/>
                  <a:pt x="642966" y="46292"/>
                </a:cubicBezTo>
                <a:lnTo>
                  <a:pt x="627802" y="37719"/>
                </a:lnTo>
                <a:lnTo>
                  <a:pt x="557650" y="77715"/>
                </a:lnTo>
                <a:lnTo>
                  <a:pt x="557650" y="94688"/>
                </a:lnTo>
                <a:cubicBezTo>
                  <a:pt x="557648" y="95875"/>
                  <a:pt x="558279" y="96977"/>
                  <a:pt x="559304" y="97575"/>
                </a:cubicBezTo>
                <a:cubicBezTo>
                  <a:pt x="560330" y="98173"/>
                  <a:pt x="561600" y="98180"/>
                  <a:pt x="562632" y="97593"/>
                </a:cubicBezTo>
                <a:lnTo>
                  <a:pt x="642975" y="52093"/>
                </a:lnTo>
                <a:close/>
                <a:moveTo>
                  <a:pt x="386162" y="14450"/>
                </a:moveTo>
                <a:cubicBezTo>
                  <a:pt x="386162" y="10325"/>
                  <a:pt x="389543" y="6992"/>
                  <a:pt x="393706" y="6992"/>
                </a:cubicBezTo>
                <a:cubicBezTo>
                  <a:pt x="397868" y="6992"/>
                  <a:pt x="401250" y="10325"/>
                  <a:pt x="401250" y="14450"/>
                </a:cubicBezTo>
                <a:cubicBezTo>
                  <a:pt x="401250" y="18574"/>
                  <a:pt x="397868" y="21908"/>
                  <a:pt x="393706" y="21908"/>
                </a:cubicBezTo>
                <a:cubicBezTo>
                  <a:pt x="389543" y="21908"/>
                  <a:pt x="386162" y="18574"/>
                  <a:pt x="386162" y="14450"/>
                </a:cubicBezTo>
                <a:close/>
                <a:moveTo>
                  <a:pt x="949766" y="14450"/>
                </a:moveTo>
                <a:cubicBezTo>
                  <a:pt x="949766" y="10325"/>
                  <a:pt x="953147" y="6992"/>
                  <a:pt x="957310" y="6992"/>
                </a:cubicBezTo>
                <a:cubicBezTo>
                  <a:pt x="961472" y="6992"/>
                  <a:pt x="964853" y="10325"/>
                  <a:pt x="964853" y="14450"/>
                </a:cubicBezTo>
                <a:cubicBezTo>
                  <a:pt x="964853" y="18574"/>
                  <a:pt x="961472" y="21908"/>
                  <a:pt x="957310" y="21908"/>
                </a:cubicBezTo>
                <a:cubicBezTo>
                  <a:pt x="953147" y="21908"/>
                  <a:pt x="949766" y="18574"/>
                  <a:pt x="949766" y="14450"/>
                </a:cubicBezTo>
                <a:close/>
                <a:moveTo>
                  <a:pt x="131083" y="87183"/>
                </a:moveTo>
                <a:lnTo>
                  <a:pt x="118986" y="87183"/>
                </a:lnTo>
                <a:lnTo>
                  <a:pt x="118986" y="82544"/>
                </a:lnTo>
                <a:cubicBezTo>
                  <a:pt x="116357" y="84459"/>
                  <a:pt x="110756" y="88345"/>
                  <a:pt x="101069" y="88345"/>
                </a:cubicBezTo>
                <a:cubicBezTo>
                  <a:pt x="89620" y="88345"/>
                  <a:pt x="79409" y="80782"/>
                  <a:pt x="80714" y="68552"/>
                </a:cubicBezTo>
                <a:cubicBezTo>
                  <a:pt x="81838" y="58017"/>
                  <a:pt x="91697" y="53464"/>
                  <a:pt x="98317" y="52102"/>
                </a:cubicBezTo>
                <a:lnTo>
                  <a:pt x="118986" y="48816"/>
                </a:lnTo>
                <a:cubicBezTo>
                  <a:pt x="118986" y="43682"/>
                  <a:pt x="116224" y="39710"/>
                  <a:pt x="108851" y="39234"/>
                </a:cubicBezTo>
                <a:cubicBezTo>
                  <a:pt x="101479" y="38758"/>
                  <a:pt x="97326" y="42139"/>
                  <a:pt x="93887" y="48921"/>
                </a:cubicBezTo>
                <a:lnTo>
                  <a:pt x="83181" y="43158"/>
                </a:lnTo>
                <a:cubicBezTo>
                  <a:pt x="94783" y="18098"/>
                  <a:pt x="131083" y="26356"/>
                  <a:pt x="131083" y="47101"/>
                </a:cubicBezTo>
                <a:lnTo>
                  <a:pt x="131083" y="87173"/>
                </a:lnTo>
                <a:close/>
                <a:moveTo>
                  <a:pt x="118986" y="59941"/>
                </a:moveTo>
                <a:lnTo>
                  <a:pt x="101688" y="62770"/>
                </a:lnTo>
                <a:cubicBezTo>
                  <a:pt x="97450" y="63789"/>
                  <a:pt x="92592" y="66037"/>
                  <a:pt x="93059" y="71324"/>
                </a:cubicBezTo>
                <a:cubicBezTo>
                  <a:pt x="93649" y="77934"/>
                  <a:pt x="105594" y="78610"/>
                  <a:pt x="111185" y="75086"/>
                </a:cubicBezTo>
                <a:cubicBezTo>
                  <a:pt x="118395" y="70533"/>
                  <a:pt x="119043" y="63713"/>
                  <a:pt x="118986" y="59941"/>
                </a:cubicBezTo>
                <a:close/>
                <a:moveTo>
                  <a:pt x="811091" y="87183"/>
                </a:moveTo>
                <a:lnTo>
                  <a:pt x="798995" y="87183"/>
                </a:lnTo>
                <a:lnTo>
                  <a:pt x="798995" y="82544"/>
                </a:lnTo>
                <a:cubicBezTo>
                  <a:pt x="796366" y="84459"/>
                  <a:pt x="790765" y="88345"/>
                  <a:pt x="781078" y="88345"/>
                </a:cubicBezTo>
                <a:cubicBezTo>
                  <a:pt x="769629" y="88345"/>
                  <a:pt x="759418" y="80782"/>
                  <a:pt x="760723" y="68552"/>
                </a:cubicBezTo>
                <a:cubicBezTo>
                  <a:pt x="761847" y="58017"/>
                  <a:pt x="771705" y="53464"/>
                  <a:pt x="778325" y="52102"/>
                </a:cubicBezTo>
                <a:lnTo>
                  <a:pt x="798995" y="48816"/>
                </a:lnTo>
                <a:cubicBezTo>
                  <a:pt x="798995" y="43682"/>
                  <a:pt x="796232" y="39710"/>
                  <a:pt x="788860" y="39234"/>
                </a:cubicBezTo>
                <a:cubicBezTo>
                  <a:pt x="781488" y="38758"/>
                  <a:pt x="777335" y="42139"/>
                  <a:pt x="773896" y="48921"/>
                </a:cubicBezTo>
                <a:lnTo>
                  <a:pt x="763190" y="43158"/>
                </a:lnTo>
                <a:cubicBezTo>
                  <a:pt x="774792" y="18098"/>
                  <a:pt x="811091" y="26356"/>
                  <a:pt x="811091" y="47101"/>
                </a:cubicBezTo>
                <a:lnTo>
                  <a:pt x="811091" y="87173"/>
                </a:lnTo>
                <a:close/>
                <a:moveTo>
                  <a:pt x="798995" y="59941"/>
                </a:moveTo>
                <a:lnTo>
                  <a:pt x="798985" y="59941"/>
                </a:lnTo>
                <a:lnTo>
                  <a:pt x="781688" y="62770"/>
                </a:lnTo>
                <a:cubicBezTo>
                  <a:pt x="777449" y="63789"/>
                  <a:pt x="772591" y="66037"/>
                  <a:pt x="773058" y="71324"/>
                </a:cubicBezTo>
                <a:cubicBezTo>
                  <a:pt x="773649" y="77934"/>
                  <a:pt x="785593" y="78610"/>
                  <a:pt x="791184" y="75086"/>
                </a:cubicBezTo>
                <a:cubicBezTo>
                  <a:pt x="798404" y="70533"/>
                  <a:pt x="799052" y="63713"/>
                  <a:pt x="798995" y="59941"/>
                </a:cubicBezTo>
                <a:close/>
                <a:moveTo>
                  <a:pt x="905789" y="87183"/>
                </a:moveTo>
                <a:lnTo>
                  <a:pt x="893921" y="87183"/>
                </a:lnTo>
                <a:lnTo>
                  <a:pt x="893921" y="6696"/>
                </a:lnTo>
                <a:lnTo>
                  <a:pt x="905789" y="6696"/>
                </a:lnTo>
                <a:lnTo>
                  <a:pt x="905789" y="53321"/>
                </a:lnTo>
                <a:lnTo>
                  <a:pt x="931316" y="28947"/>
                </a:lnTo>
                <a:lnTo>
                  <a:pt x="947870" y="28947"/>
                </a:lnTo>
                <a:lnTo>
                  <a:pt x="922791" y="53093"/>
                </a:lnTo>
                <a:lnTo>
                  <a:pt x="948651" y="87173"/>
                </a:lnTo>
                <a:lnTo>
                  <a:pt x="933830" y="87173"/>
                </a:lnTo>
                <a:lnTo>
                  <a:pt x="914047" y="61389"/>
                </a:lnTo>
                <a:lnTo>
                  <a:pt x="905789" y="69428"/>
                </a:lnTo>
                <a:lnTo>
                  <a:pt x="905789" y="87173"/>
                </a:lnTo>
                <a:close/>
                <a:moveTo>
                  <a:pt x="963444" y="28947"/>
                </a:moveTo>
                <a:lnTo>
                  <a:pt x="951490" y="28947"/>
                </a:lnTo>
                <a:lnTo>
                  <a:pt x="951490" y="87173"/>
                </a:lnTo>
                <a:lnTo>
                  <a:pt x="963444" y="87173"/>
                </a:lnTo>
                <a:close/>
                <a:moveTo>
                  <a:pt x="399564" y="28947"/>
                </a:moveTo>
                <a:lnTo>
                  <a:pt x="387610" y="28947"/>
                </a:lnTo>
                <a:lnTo>
                  <a:pt x="387610" y="87173"/>
                </a:lnTo>
                <a:lnTo>
                  <a:pt x="399564" y="87173"/>
                </a:lnTo>
                <a:close/>
                <a:moveTo>
                  <a:pt x="452751" y="87173"/>
                </a:moveTo>
                <a:lnTo>
                  <a:pt x="452751" y="6677"/>
                </a:lnTo>
                <a:lnTo>
                  <a:pt x="464705" y="6677"/>
                </a:lnTo>
                <a:lnTo>
                  <a:pt x="464705" y="32347"/>
                </a:lnTo>
                <a:cubicBezTo>
                  <a:pt x="468144" y="29052"/>
                  <a:pt x="474230" y="27728"/>
                  <a:pt x="478707" y="27728"/>
                </a:cubicBezTo>
                <a:cubicBezTo>
                  <a:pt x="492537" y="27728"/>
                  <a:pt x="502300" y="38034"/>
                  <a:pt x="502110" y="51045"/>
                </a:cubicBezTo>
                <a:lnTo>
                  <a:pt x="502110" y="87164"/>
                </a:lnTo>
                <a:lnTo>
                  <a:pt x="490013" y="87164"/>
                </a:lnTo>
                <a:lnTo>
                  <a:pt x="490013" y="52112"/>
                </a:lnTo>
                <a:cubicBezTo>
                  <a:pt x="490013" y="48225"/>
                  <a:pt x="487975" y="39358"/>
                  <a:pt x="477488" y="39358"/>
                </a:cubicBezTo>
                <a:cubicBezTo>
                  <a:pt x="468268" y="39358"/>
                  <a:pt x="464705" y="46559"/>
                  <a:pt x="464705" y="52112"/>
                </a:cubicBezTo>
                <a:lnTo>
                  <a:pt x="464705" y="87173"/>
                </a:lnTo>
                <a:close/>
                <a:moveTo>
                  <a:pt x="407412" y="40558"/>
                </a:moveTo>
                <a:lnTo>
                  <a:pt x="407412" y="28985"/>
                </a:lnTo>
                <a:lnTo>
                  <a:pt x="413327" y="28985"/>
                </a:lnTo>
                <a:cubicBezTo>
                  <a:pt x="414464" y="28985"/>
                  <a:pt x="415555" y="28533"/>
                  <a:pt x="416358" y="27729"/>
                </a:cubicBezTo>
                <a:cubicBezTo>
                  <a:pt x="417162" y="26926"/>
                  <a:pt x="417614" y="25835"/>
                  <a:pt x="417614" y="24699"/>
                </a:cubicBezTo>
                <a:lnTo>
                  <a:pt x="417614" y="16555"/>
                </a:lnTo>
                <a:lnTo>
                  <a:pt x="429529" y="16555"/>
                </a:lnTo>
                <a:lnTo>
                  <a:pt x="429529" y="28985"/>
                </a:lnTo>
                <a:lnTo>
                  <a:pt x="441998" y="28985"/>
                </a:lnTo>
                <a:lnTo>
                  <a:pt x="441998" y="40558"/>
                </a:lnTo>
                <a:lnTo>
                  <a:pt x="429529" y="40558"/>
                </a:lnTo>
                <a:lnTo>
                  <a:pt x="429529" y="70171"/>
                </a:lnTo>
                <a:cubicBezTo>
                  <a:pt x="429529" y="72962"/>
                  <a:pt x="430530" y="76496"/>
                  <a:pt x="435702" y="76496"/>
                </a:cubicBezTo>
                <a:cubicBezTo>
                  <a:pt x="439178" y="76496"/>
                  <a:pt x="440759" y="76162"/>
                  <a:pt x="442712" y="75829"/>
                </a:cubicBezTo>
                <a:lnTo>
                  <a:pt x="442712" y="86659"/>
                </a:lnTo>
                <a:cubicBezTo>
                  <a:pt x="442712" y="86659"/>
                  <a:pt x="439273" y="87735"/>
                  <a:pt x="434549" y="87735"/>
                </a:cubicBezTo>
                <a:cubicBezTo>
                  <a:pt x="421233" y="87735"/>
                  <a:pt x="417623" y="77724"/>
                  <a:pt x="417623" y="70704"/>
                </a:cubicBezTo>
                <a:lnTo>
                  <a:pt x="417623" y="40558"/>
                </a:lnTo>
                <a:lnTo>
                  <a:pt x="407422" y="40558"/>
                </a:lnTo>
                <a:close/>
                <a:moveTo>
                  <a:pt x="309829" y="28985"/>
                </a:moveTo>
                <a:lnTo>
                  <a:pt x="296551" y="28985"/>
                </a:lnTo>
                <a:lnTo>
                  <a:pt x="317420" y="87145"/>
                </a:lnTo>
                <a:lnTo>
                  <a:pt x="328136" y="87145"/>
                </a:lnTo>
                <a:lnTo>
                  <a:pt x="339890" y="49826"/>
                </a:lnTo>
                <a:lnTo>
                  <a:pt x="351682" y="87145"/>
                </a:lnTo>
                <a:lnTo>
                  <a:pt x="362435" y="87145"/>
                </a:lnTo>
                <a:lnTo>
                  <a:pt x="383276" y="28985"/>
                </a:lnTo>
                <a:lnTo>
                  <a:pt x="370103" y="28985"/>
                </a:lnTo>
                <a:lnTo>
                  <a:pt x="357158" y="66418"/>
                </a:lnTo>
                <a:lnTo>
                  <a:pt x="345195" y="28985"/>
                </a:lnTo>
                <a:lnTo>
                  <a:pt x="334489" y="28985"/>
                </a:lnTo>
                <a:lnTo>
                  <a:pt x="322659" y="66675"/>
                </a:lnTo>
                <a:lnTo>
                  <a:pt x="309819" y="28985"/>
                </a:lnTo>
                <a:close/>
                <a:moveTo>
                  <a:pt x="211569" y="58531"/>
                </a:moveTo>
                <a:cubicBezTo>
                  <a:pt x="211378" y="73448"/>
                  <a:pt x="222875" y="88335"/>
                  <a:pt x="242268" y="88335"/>
                </a:cubicBezTo>
                <a:cubicBezTo>
                  <a:pt x="257184" y="88335"/>
                  <a:pt x="264966" y="79591"/>
                  <a:pt x="268309" y="71962"/>
                </a:cubicBezTo>
                <a:lnTo>
                  <a:pt x="258813" y="66713"/>
                </a:lnTo>
                <a:cubicBezTo>
                  <a:pt x="255812" y="70514"/>
                  <a:pt x="251183" y="77134"/>
                  <a:pt x="242258" y="77134"/>
                </a:cubicBezTo>
                <a:cubicBezTo>
                  <a:pt x="231352" y="77134"/>
                  <a:pt x="224875" y="69695"/>
                  <a:pt x="224247" y="62656"/>
                </a:cubicBezTo>
                <a:lnTo>
                  <a:pt x="268300" y="62656"/>
                </a:lnTo>
                <a:cubicBezTo>
                  <a:pt x="269005" y="59951"/>
                  <a:pt x="269709" y="53178"/>
                  <a:pt x="268014" y="47806"/>
                </a:cubicBezTo>
                <a:cubicBezTo>
                  <a:pt x="264814" y="37672"/>
                  <a:pt x="256384" y="27785"/>
                  <a:pt x="240972" y="27785"/>
                </a:cubicBezTo>
                <a:cubicBezTo>
                  <a:pt x="225561" y="27785"/>
                  <a:pt x="211559" y="38758"/>
                  <a:pt x="211559" y="58522"/>
                </a:cubicBezTo>
                <a:close/>
                <a:moveTo>
                  <a:pt x="224551" y="51388"/>
                </a:moveTo>
                <a:cubicBezTo>
                  <a:pt x="226630" y="44067"/>
                  <a:pt x="233371" y="38983"/>
                  <a:pt x="240982" y="38996"/>
                </a:cubicBezTo>
                <a:cubicBezTo>
                  <a:pt x="251050" y="38996"/>
                  <a:pt x="255917" y="47292"/>
                  <a:pt x="256441" y="51388"/>
                </a:cubicBezTo>
                <a:close/>
                <a:moveTo>
                  <a:pt x="141131" y="58531"/>
                </a:moveTo>
                <a:cubicBezTo>
                  <a:pt x="141493" y="75276"/>
                  <a:pt x="153295" y="88373"/>
                  <a:pt x="171088" y="88373"/>
                </a:cubicBezTo>
                <a:cubicBezTo>
                  <a:pt x="181317" y="88373"/>
                  <a:pt x="187499" y="83830"/>
                  <a:pt x="189766" y="81972"/>
                </a:cubicBezTo>
                <a:lnTo>
                  <a:pt x="189766" y="87183"/>
                </a:lnTo>
                <a:lnTo>
                  <a:pt x="201596" y="87183"/>
                </a:lnTo>
                <a:lnTo>
                  <a:pt x="201596" y="6735"/>
                </a:lnTo>
                <a:lnTo>
                  <a:pt x="189614" y="6735"/>
                </a:lnTo>
                <a:lnTo>
                  <a:pt x="189614" y="34243"/>
                </a:lnTo>
                <a:cubicBezTo>
                  <a:pt x="185670" y="30814"/>
                  <a:pt x="179498" y="27766"/>
                  <a:pt x="171230" y="27766"/>
                </a:cubicBezTo>
                <a:cubicBezTo>
                  <a:pt x="153038" y="27766"/>
                  <a:pt x="140769" y="41796"/>
                  <a:pt x="141131" y="58531"/>
                </a:cubicBezTo>
                <a:close/>
                <a:moveTo>
                  <a:pt x="153600" y="57769"/>
                </a:moveTo>
                <a:lnTo>
                  <a:pt x="153590" y="57769"/>
                </a:lnTo>
                <a:cubicBezTo>
                  <a:pt x="153590" y="47121"/>
                  <a:pt x="161629" y="39520"/>
                  <a:pt x="170783" y="39520"/>
                </a:cubicBezTo>
                <a:cubicBezTo>
                  <a:pt x="179936" y="39520"/>
                  <a:pt x="189566" y="45416"/>
                  <a:pt x="189566" y="58474"/>
                </a:cubicBezTo>
                <a:cubicBezTo>
                  <a:pt x="189631" y="63362"/>
                  <a:pt x="187692" y="68069"/>
                  <a:pt x="184204" y="71492"/>
                </a:cubicBezTo>
                <a:cubicBezTo>
                  <a:pt x="180715" y="74916"/>
                  <a:pt x="175973" y="76766"/>
                  <a:pt x="171088" y="76610"/>
                </a:cubicBezTo>
                <a:cubicBezTo>
                  <a:pt x="160486" y="76610"/>
                  <a:pt x="153600" y="68428"/>
                  <a:pt x="153600" y="57769"/>
                </a:cubicBezTo>
                <a:close/>
                <a:moveTo>
                  <a:pt x="884005" y="57503"/>
                </a:moveTo>
                <a:cubicBezTo>
                  <a:pt x="883643" y="40758"/>
                  <a:pt x="871842" y="27661"/>
                  <a:pt x="854049" y="27661"/>
                </a:cubicBezTo>
                <a:cubicBezTo>
                  <a:pt x="843819" y="27661"/>
                  <a:pt x="837638" y="32204"/>
                  <a:pt x="835371" y="34062"/>
                </a:cubicBezTo>
                <a:lnTo>
                  <a:pt x="835371" y="28852"/>
                </a:lnTo>
                <a:lnTo>
                  <a:pt x="823541" y="28852"/>
                </a:lnTo>
                <a:lnTo>
                  <a:pt x="823541" y="107147"/>
                </a:lnTo>
                <a:lnTo>
                  <a:pt x="835523" y="107147"/>
                </a:lnTo>
                <a:lnTo>
                  <a:pt x="835523" y="81792"/>
                </a:lnTo>
                <a:cubicBezTo>
                  <a:pt x="839466" y="85221"/>
                  <a:pt x="845648" y="88269"/>
                  <a:pt x="853906" y="88269"/>
                </a:cubicBezTo>
                <a:cubicBezTo>
                  <a:pt x="872099" y="88269"/>
                  <a:pt x="884367" y="74238"/>
                  <a:pt x="884005" y="57503"/>
                </a:cubicBezTo>
                <a:close/>
                <a:moveTo>
                  <a:pt x="871537" y="58265"/>
                </a:moveTo>
                <a:cubicBezTo>
                  <a:pt x="871537" y="68914"/>
                  <a:pt x="863507" y="76515"/>
                  <a:pt x="854354" y="76515"/>
                </a:cubicBezTo>
                <a:cubicBezTo>
                  <a:pt x="845200" y="76515"/>
                  <a:pt x="835571" y="70619"/>
                  <a:pt x="835571" y="57560"/>
                </a:cubicBezTo>
                <a:cubicBezTo>
                  <a:pt x="835506" y="52673"/>
                  <a:pt x="837445" y="47966"/>
                  <a:pt x="840933" y="44542"/>
                </a:cubicBezTo>
                <a:cubicBezTo>
                  <a:pt x="844421" y="41118"/>
                  <a:pt x="849164" y="39268"/>
                  <a:pt x="854049" y="39424"/>
                </a:cubicBezTo>
                <a:cubicBezTo>
                  <a:pt x="864650" y="39424"/>
                  <a:pt x="871537" y="47606"/>
                  <a:pt x="871537" y="58265"/>
                </a:cubicBezTo>
                <a:close/>
                <a:moveTo>
                  <a:pt x="975750" y="87411"/>
                </a:moveTo>
                <a:lnTo>
                  <a:pt x="975750" y="28956"/>
                </a:lnTo>
                <a:lnTo>
                  <a:pt x="987694" y="28956"/>
                </a:lnTo>
                <a:lnTo>
                  <a:pt x="987694" y="32595"/>
                </a:lnTo>
                <a:cubicBezTo>
                  <a:pt x="991133" y="29299"/>
                  <a:pt x="997219" y="27975"/>
                  <a:pt x="1001696" y="27975"/>
                </a:cubicBezTo>
                <a:cubicBezTo>
                  <a:pt x="1015526" y="27975"/>
                  <a:pt x="1025290" y="38281"/>
                  <a:pt x="1025099" y="51292"/>
                </a:cubicBezTo>
                <a:lnTo>
                  <a:pt x="1025099" y="87411"/>
                </a:lnTo>
                <a:lnTo>
                  <a:pt x="1013002" y="87411"/>
                </a:lnTo>
                <a:lnTo>
                  <a:pt x="1013002" y="52350"/>
                </a:lnTo>
                <a:cubicBezTo>
                  <a:pt x="1013002" y="48464"/>
                  <a:pt x="1010964" y="39596"/>
                  <a:pt x="1000477" y="39596"/>
                </a:cubicBezTo>
                <a:cubicBezTo>
                  <a:pt x="991247" y="39596"/>
                  <a:pt x="987694" y="46797"/>
                  <a:pt x="987694" y="52350"/>
                </a:cubicBezTo>
                <a:lnTo>
                  <a:pt x="987694" y="87411"/>
                </a:lnTo>
                <a:close/>
                <a:moveTo>
                  <a:pt x="686352" y="87211"/>
                </a:moveTo>
                <a:lnTo>
                  <a:pt x="686352" y="7887"/>
                </a:lnTo>
                <a:lnTo>
                  <a:pt x="696677" y="7887"/>
                </a:lnTo>
                <a:lnTo>
                  <a:pt x="736825" y="62913"/>
                </a:lnTo>
                <a:lnTo>
                  <a:pt x="736825" y="7887"/>
                </a:lnTo>
                <a:lnTo>
                  <a:pt x="749398" y="7887"/>
                </a:lnTo>
                <a:lnTo>
                  <a:pt x="749398" y="87211"/>
                </a:lnTo>
                <a:lnTo>
                  <a:pt x="738978" y="87211"/>
                </a:lnTo>
                <a:lnTo>
                  <a:pt x="698906" y="32004"/>
                </a:lnTo>
                <a:lnTo>
                  <a:pt x="698906" y="87211"/>
                </a:lnTo>
                <a:lnTo>
                  <a:pt x="686342" y="87211"/>
                </a:lnTo>
                <a:close/>
                <a:moveTo>
                  <a:pt x="11811" y="87183"/>
                </a:moveTo>
                <a:lnTo>
                  <a:pt x="0" y="87183"/>
                </a:lnTo>
                <a:lnTo>
                  <a:pt x="0" y="13154"/>
                </a:lnTo>
                <a:lnTo>
                  <a:pt x="9658" y="13154"/>
                </a:lnTo>
                <a:lnTo>
                  <a:pt x="35032" y="47416"/>
                </a:lnTo>
                <a:lnTo>
                  <a:pt x="60312" y="13202"/>
                </a:lnTo>
                <a:lnTo>
                  <a:pt x="70123" y="13202"/>
                </a:lnTo>
                <a:lnTo>
                  <a:pt x="70123" y="87173"/>
                </a:lnTo>
                <a:lnTo>
                  <a:pt x="58159" y="87173"/>
                </a:lnTo>
                <a:lnTo>
                  <a:pt x="58159" y="35871"/>
                </a:lnTo>
                <a:lnTo>
                  <a:pt x="35032" y="67361"/>
                </a:lnTo>
                <a:lnTo>
                  <a:pt x="11811" y="35681"/>
                </a:lnTo>
                <a:close/>
              </a:path>
            </a:pathLst>
          </a:custGeom>
          <a:solidFill>
            <a:srgbClr val="5E8D76">
              <a:alpha val="53333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70321" y="1827960"/>
            <a:ext cx="3046952" cy="569823"/>
          </a:xfrm>
          <a:custGeom>
            <a:avLst/>
            <a:gdLst/>
            <a:ahLst/>
            <a:cxnLst/>
            <a:rect l="0" t="0" r="0" b="0"/>
            <a:pathLst>
              <a:path w="3046952" h="569823">
                <a:moveTo>
                  <a:pt x="3046952" y="0"/>
                </a:moveTo>
                <a:lnTo>
                  <a:pt x="0" y="0"/>
                </a:lnTo>
                <a:lnTo>
                  <a:pt x="0" y="569823"/>
                </a:lnTo>
                <a:lnTo>
                  <a:pt x="3046952" y="569823"/>
                </a:lnTo>
                <a:lnTo>
                  <a:pt x="3046952" y="0"/>
                </a:ln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70321" y="1827960"/>
            <a:ext cx="3046949" cy="569819"/>
          </a:xfrm>
          <a:custGeom>
            <a:avLst/>
            <a:gdLst/>
            <a:ahLst/>
            <a:cxnLst/>
            <a:rect l="0" t="0" r="0" b="0"/>
            <a:pathLst>
              <a:path w="3046949" h="569819">
                <a:moveTo>
                  <a:pt x="0" y="0"/>
                </a:moveTo>
                <a:lnTo>
                  <a:pt x="3046949" y="0"/>
                </a:lnTo>
                <a:lnTo>
                  <a:pt x="3046949" y="569819"/>
                </a:lnTo>
                <a:lnTo>
                  <a:pt x="0" y="569819"/>
                </a:lnTo>
                <a:lnTo>
                  <a:pt x="0" y="0"/>
                </a:lnTo>
                <a:close/>
              </a:path>
            </a:pathLst>
          </a:custGeom>
          <a:noFill/>
          <a:ln w="5936">
            <a:solidFill>
              <a:srgbClr val="F3F7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26729" y="1827960"/>
            <a:ext cx="3046952" cy="569823"/>
          </a:xfrm>
          <a:custGeom>
            <a:avLst/>
            <a:gdLst/>
            <a:ahLst/>
            <a:cxnLst/>
            <a:rect l="0" t="0" r="0" b="0"/>
            <a:pathLst>
              <a:path w="3046952" h="569823">
                <a:moveTo>
                  <a:pt x="0" y="0"/>
                </a:moveTo>
                <a:lnTo>
                  <a:pt x="3046952" y="0"/>
                </a:lnTo>
                <a:lnTo>
                  <a:pt x="3046952" y="569823"/>
                </a:lnTo>
                <a:lnTo>
                  <a:pt x="0" y="569823"/>
                </a:lnTo>
                <a:lnTo>
                  <a:pt x="0" y="0"/>
                </a:ln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26729" y="1827960"/>
            <a:ext cx="3046949" cy="569819"/>
          </a:xfrm>
          <a:custGeom>
            <a:avLst/>
            <a:gdLst/>
            <a:ahLst/>
            <a:cxnLst/>
            <a:rect l="0" t="0" r="0" b="0"/>
            <a:pathLst>
              <a:path w="3046949" h="569819">
                <a:moveTo>
                  <a:pt x="3046949" y="0"/>
                </a:moveTo>
                <a:lnTo>
                  <a:pt x="0" y="0"/>
                </a:lnTo>
                <a:lnTo>
                  <a:pt x="0" y="569819"/>
                </a:lnTo>
                <a:lnTo>
                  <a:pt x="3046949" y="569819"/>
                </a:lnTo>
                <a:lnTo>
                  <a:pt x="3046949" y="0"/>
                </a:lnTo>
                <a:close/>
              </a:path>
            </a:pathLst>
          </a:custGeom>
          <a:noFill/>
          <a:ln w="5936">
            <a:solidFill>
              <a:srgbClr val="F3F7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147452" y="2397779"/>
            <a:ext cx="569823" cy="2089337"/>
          </a:xfrm>
          <a:custGeom>
            <a:avLst/>
            <a:gdLst/>
            <a:ahLst/>
            <a:cxnLst/>
            <a:rect l="0" t="0" r="0" b="0"/>
            <a:pathLst>
              <a:path w="569823" h="2089337">
                <a:moveTo>
                  <a:pt x="569823" y="0"/>
                </a:moveTo>
                <a:lnTo>
                  <a:pt x="569823" y="2089337"/>
                </a:lnTo>
                <a:lnTo>
                  <a:pt x="0" y="2089337"/>
                </a:lnTo>
                <a:lnTo>
                  <a:pt x="0" y="0"/>
                </a:lnTo>
                <a:lnTo>
                  <a:pt x="569823" y="0"/>
                </a:ln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147452" y="2397779"/>
            <a:ext cx="569819" cy="2089336"/>
          </a:xfrm>
          <a:custGeom>
            <a:avLst/>
            <a:gdLst/>
            <a:ahLst/>
            <a:cxnLst/>
            <a:rect l="0" t="0" r="0" b="0"/>
            <a:pathLst>
              <a:path w="569819" h="2089336">
                <a:moveTo>
                  <a:pt x="569819" y="0"/>
                </a:moveTo>
                <a:lnTo>
                  <a:pt x="569819" y="2089336"/>
                </a:lnTo>
                <a:lnTo>
                  <a:pt x="0" y="2089336"/>
                </a:lnTo>
                <a:lnTo>
                  <a:pt x="0" y="0"/>
                </a:lnTo>
                <a:lnTo>
                  <a:pt x="569819" y="0"/>
                </a:lnTo>
                <a:close/>
              </a:path>
            </a:pathLst>
          </a:custGeom>
          <a:noFill/>
          <a:ln w="5936">
            <a:solidFill>
              <a:srgbClr val="F3F7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26728" y="2397779"/>
            <a:ext cx="569823" cy="2089337"/>
          </a:xfrm>
          <a:custGeom>
            <a:avLst/>
            <a:gdLst/>
            <a:ahLst/>
            <a:cxnLst/>
            <a:rect l="0" t="0" r="0" b="0"/>
            <a:pathLst>
              <a:path w="569823" h="2089337">
                <a:moveTo>
                  <a:pt x="0" y="0"/>
                </a:moveTo>
                <a:lnTo>
                  <a:pt x="0" y="2089337"/>
                </a:lnTo>
                <a:lnTo>
                  <a:pt x="569823" y="2089337"/>
                </a:lnTo>
                <a:lnTo>
                  <a:pt x="569823" y="0"/>
                </a:lnTo>
                <a:lnTo>
                  <a:pt x="0" y="0"/>
                </a:ln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26728" y="2397779"/>
            <a:ext cx="569819" cy="2089336"/>
          </a:xfrm>
          <a:custGeom>
            <a:avLst/>
            <a:gdLst/>
            <a:ahLst/>
            <a:cxnLst/>
            <a:rect l="0" t="0" r="0" b="0"/>
            <a:pathLst>
              <a:path w="569819" h="2089336">
                <a:moveTo>
                  <a:pt x="0" y="0"/>
                </a:moveTo>
                <a:lnTo>
                  <a:pt x="0" y="2089336"/>
                </a:lnTo>
                <a:lnTo>
                  <a:pt x="569819" y="2089336"/>
                </a:lnTo>
                <a:lnTo>
                  <a:pt x="569819" y="0"/>
                </a:lnTo>
                <a:lnTo>
                  <a:pt x="0" y="0"/>
                </a:lnTo>
                <a:close/>
              </a:path>
            </a:pathLst>
          </a:custGeom>
          <a:noFill/>
          <a:ln w="5936">
            <a:solidFill>
              <a:srgbClr val="F3F7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518831" y="3677539"/>
            <a:ext cx="383057" cy="380790"/>
          </a:xfrm>
          <a:custGeom>
            <a:avLst/>
            <a:gdLst/>
            <a:ahLst/>
            <a:cxnLst/>
            <a:rect l="0" t="0" r="0" b="0"/>
            <a:pathLst>
              <a:path w="383057" h="380790">
                <a:moveTo>
                  <a:pt x="18697" y="184203"/>
                </a:moveTo>
                <a:cubicBezTo>
                  <a:pt x="18697" y="166277"/>
                  <a:pt x="33223" y="151752"/>
                  <a:pt x="51139" y="151752"/>
                </a:cubicBezTo>
                <a:cubicBezTo>
                  <a:pt x="69065" y="151752"/>
                  <a:pt x="83591" y="166277"/>
                  <a:pt x="83591" y="184203"/>
                </a:cubicBezTo>
                <a:cubicBezTo>
                  <a:pt x="83591" y="202120"/>
                  <a:pt x="69065" y="216646"/>
                  <a:pt x="51139" y="216646"/>
                </a:cubicBezTo>
                <a:cubicBezTo>
                  <a:pt x="33223" y="216646"/>
                  <a:pt x="18697" y="202120"/>
                  <a:pt x="18697" y="184203"/>
                </a:cubicBezTo>
                <a:moveTo>
                  <a:pt x="160362" y="50606"/>
                </a:moveTo>
                <a:cubicBezTo>
                  <a:pt x="160362" y="32689"/>
                  <a:pt x="174888" y="18164"/>
                  <a:pt x="192805" y="18164"/>
                </a:cubicBezTo>
                <a:cubicBezTo>
                  <a:pt x="210731" y="18164"/>
                  <a:pt x="225256" y="32689"/>
                  <a:pt x="225256" y="50606"/>
                </a:cubicBezTo>
                <a:cubicBezTo>
                  <a:pt x="225256" y="68532"/>
                  <a:pt x="210731" y="83058"/>
                  <a:pt x="192805" y="83058"/>
                </a:cubicBezTo>
                <a:cubicBezTo>
                  <a:pt x="174888" y="83058"/>
                  <a:pt x="160362" y="68532"/>
                  <a:pt x="160362" y="50606"/>
                </a:cubicBezTo>
                <a:moveTo>
                  <a:pt x="160362" y="333936"/>
                </a:moveTo>
                <a:cubicBezTo>
                  <a:pt x="160362" y="316020"/>
                  <a:pt x="174888" y="301485"/>
                  <a:pt x="192805" y="301485"/>
                </a:cubicBezTo>
                <a:cubicBezTo>
                  <a:pt x="210731" y="301485"/>
                  <a:pt x="225256" y="316020"/>
                  <a:pt x="225256" y="333936"/>
                </a:cubicBezTo>
                <a:cubicBezTo>
                  <a:pt x="225256" y="351853"/>
                  <a:pt x="210731" y="366388"/>
                  <a:pt x="192805" y="366388"/>
                </a:cubicBezTo>
                <a:cubicBezTo>
                  <a:pt x="174888" y="366388"/>
                  <a:pt x="160362" y="351853"/>
                  <a:pt x="160362" y="333936"/>
                </a:cubicBezTo>
                <a:moveTo>
                  <a:pt x="302018" y="333936"/>
                </a:moveTo>
                <a:cubicBezTo>
                  <a:pt x="302018" y="316020"/>
                  <a:pt x="316553" y="301485"/>
                  <a:pt x="334470" y="301485"/>
                </a:cubicBezTo>
                <a:cubicBezTo>
                  <a:pt x="352386" y="301485"/>
                  <a:pt x="366922" y="316020"/>
                  <a:pt x="366922" y="333936"/>
                </a:cubicBezTo>
                <a:cubicBezTo>
                  <a:pt x="366922" y="351853"/>
                  <a:pt x="352386" y="366388"/>
                  <a:pt x="334470" y="366388"/>
                </a:cubicBezTo>
                <a:cubicBezTo>
                  <a:pt x="316553" y="366388"/>
                  <a:pt x="302018" y="351853"/>
                  <a:pt x="302018" y="333936"/>
                </a:cubicBezTo>
                <a:moveTo>
                  <a:pt x="351091" y="138617"/>
                </a:moveTo>
                <a:lnTo>
                  <a:pt x="351091" y="96040"/>
                </a:lnTo>
                <a:cubicBezTo>
                  <a:pt x="369417" y="89430"/>
                  <a:pt x="381847" y="72313"/>
                  <a:pt x="382457" y="52844"/>
                </a:cubicBezTo>
                <a:cubicBezTo>
                  <a:pt x="383057" y="33375"/>
                  <a:pt x="371713" y="15506"/>
                  <a:pt x="353834" y="7781"/>
                </a:cubicBezTo>
                <a:cubicBezTo>
                  <a:pt x="335956" y="47"/>
                  <a:pt x="315172" y="4019"/>
                  <a:pt x="301399" y="17802"/>
                </a:cubicBezTo>
                <a:cubicBezTo>
                  <a:pt x="287635" y="31575"/>
                  <a:pt x="283673" y="52368"/>
                  <a:pt x="291417" y="70237"/>
                </a:cubicBezTo>
                <a:lnTo>
                  <a:pt x="214969" y="141465"/>
                </a:lnTo>
                <a:cubicBezTo>
                  <a:pt x="201101" y="134150"/>
                  <a:pt x="184518" y="134150"/>
                  <a:pt x="170649" y="141465"/>
                </a:cubicBezTo>
                <a:lnTo>
                  <a:pt x="94983" y="70237"/>
                </a:lnTo>
                <a:cubicBezTo>
                  <a:pt x="103374" y="51015"/>
                  <a:pt x="98164" y="28575"/>
                  <a:pt x="82162" y="15020"/>
                </a:cubicBezTo>
                <a:cubicBezTo>
                  <a:pt x="66170" y="1457"/>
                  <a:pt x="43176" y="0"/>
                  <a:pt x="25593" y="11429"/>
                </a:cubicBezTo>
                <a:cubicBezTo>
                  <a:pt x="8010" y="22850"/>
                  <a:pt x="0" y="44453"/>
                  <a:pt x="5895" y="64579"/>
                </a:cubicBezTo>
                <a:cubicBezTo>
                  <a:pt x="11782" y="84705"/>
                  <a:pt x="30175" y="98583"/>
                  <a:pt x="51139" y="98726"/>
                </a:cubicBezTo>
                <a:cubicBezTo>
                  <a:pt x="58854" y="98764"/>
                  <a:pt x="66465" y="96916"/>
                  <a:pt x="73304" y="93345"/>
                </a:cubicBezTo>
                <a:lnTo>
                  <a:pt x="148799" y="164411"/>
                </a:lnTo>
                <a:cubicBezTo>
                  <a:pt x="142694" y="177831"/>
                  <a:pt x="143160" y="193338"/>
                  <a:pt x="150066" y="206359"/>
                </a:cubicBezTo>
                <a:lnTo>
                  <a:pt x="70932" y="290093"/>
                </a:lnTo>
                <a:cubicBezTo>
                  <a:pt x="64703" y="287321"/>
                  <a:pt x="57959" y="285864"/>
                  <a:pt x="51139" y="285816"/>
                </a:cubicBezTo>
                <a:cubicBezTo>
                  <a:pt x="24917" y="285816"/>
                  <a:pt x="3657" y="307076"/>
                  <a:pt x="3657" y="333308"/>
                </a:cubicBezTo>
                <a:cubicBezTo>
                  <a:pt x="3657" y="359530"/>
                  <a:pt x="24917" y="380790"/>
                  <a:pt x="51139" y="380790"/>
                </a:cubicBezTo>
                <a:cubicBezTo>
                  <a:pt x="77371" y="380790"/>
                  <a:pt x="98631" y="359530"/>
                  <a:pt x="98631" y="333308"/>
                </a:cubicBezTo>
                <a:cubicBezTo>
                  <a:pt x="98659" y="325593"/>
                  <a:pt x="96812" y="317982"/>
                  <a:pt x="93249" y="311143"/>
                </a:cubicBezTo>
                <a:lnTo>
                  <a:pt x="172392" y="227409"/>
                </a:lnTo>
                <a:cubicBezTo>
                  <a:pt x="178584" y="230295"/>
                  <a:pt x="185337" y="231752"/>
                  <a:pt x="192176" y="231686"/>
                </a:cubicBezTo>
                <a:cubicBezTo>
                  <a:pt x="212521" y="231790"/>
                  <a:pt x="230752" y="219132"/>
                  <a:pt x="237763" y="200025"/>
                </a:cubicBezTo>
                <a:lnTo>
                  <a:pt x="288407" y="200025"/>
                </a:lnTo>
                <a:cubicBezTo>
                  <a:pt x="296437" y="219960"/>
                  <a:pt x="316849" y="232019"/>
                  <a:pt x="338175" y="229428"/>
                </a:cubicBezTo>
                <a:cubicBezTo>
                  <a:pt x="359511" y="226837"/>
                  <a:pt x="376447" y="210245"/>
                  <a:pt x="379466" y="188976"/>
                </a:cubicBezTo>
                <a:cubicBezTo>
                  <a:pt x="382495" y="167697"/>
                  <a:pt x="370855" y="147046"/>
                  <a:pt x="351091" y="138617"/>
                </a:cubicBezTo>
                <a:moveTo>
                  <a:pt x="239182" y="168373"/>
                </a:moveTo>
                <a:cubicBezTo>
                  <a:pt x="239182" y="166944"/>
                  <a:pt x="238077" y="165677"/>
                  <a:pt x="237601" y="164411"/>
                </a:cubicBezTo>
                <a:lnTo>
                  <a:pt x="313105" y="93345"/>
                </a:lnTo>
                <a:lnTo>
                  <a:pt x="319430" y="96040"/>
                </a:lnTo>
                <a:lnTo>
                  <a:pt x="319430" y="138617"/>
                </a:lnTo>
                <a:cubicBezTo>
                  <a:pt x="305257" y="143322"/>
                  <a:pt x="294046" y="154295"/>
                  <a:pt x="289045" y="168373"/>
                </a:cubicBezTo>
                <a:lnTo>
                  <a:pt x="239182" y="168373"/>
                </a:lnTo>
                <a:moveTo>
                  <a:pt x="335260" y="33994"/>
                </a:moveTo>
                <a:cubicBezTo>
                  <a:pt x="344004" y="33994"/>
                  <a:pt x="351091" y="41081"/>
                  <a:pt x="351091" y="49815"/>
                </a:cubicBezTo>
                <a:cubicBezTo>
                  <a:pt x="351091" y="58559"/>
                  <a:pt x="344004" y="65646"/>
                  <a:pt x="335260" y="65646"/>
                </a:cubicBezTo>
                <a:cubicBezTo>
                  <a:pt x="326517" y="65646"/>
                  <a:pt x="319430" y="58559"/>
                  <a:pt x="319430" y="49815"/>
                </a:cubicBezTo>
                <a:cubicBezTo>
                  <a:pt x="319430" y="41081"/>
                  <a:pt x="326517" y="33994"/>
                  <a:pt x="335260" y="33994"/>
                </a:cubicBezTo>
                <a:moveTo>
                  <a:pt x="34528" y="50606"/>
                </a:moveTo>
                <a:cubicBezTo>
                  <a:pt x="34528" y="41871"/>
                  <a:pt x="41614" y="34785"/>
                  <a:pt x="50349" y="34785"/>
                </a:cubicBezTo>
                <a:cubicBezTo>
                  <a:pt x="59093" y="34785"/>
                  <a:pt x="66179" y="41871"/>
                  <a:pt x="66179" y="50606"/>
                </a:cubicBezTo>
                <a:cubicBezTo>
                  <a:pt x="66179" y="59350"/>
                  <a:pt x="59093" y="66436"/>
                  <a:pt x="50349" y="66436"/>
                </a:cubicBezTo>
                <a:cubicBezTo>
                  <a:pt x="41614" y="66436"/>
                  <a:pt x="34528" y="59350"/>
                  <a:pt x="34528" y="50606"/>
                </a:cubicBezTo>
                <a:moveTo>
                  <a:pt x="50349" y="351348"/>
                </a:moveTo>
                <a:cubicBezTo>
                  <a:pt x="41719" y="351339"/>
                  <a:pt x="34680" y="344404"/>
                  <a:pt x="34547" y="335765"/>
                </a:cubicBezTo>
                <a:cubicBezTo>
                  <a:pt x="34404" y="327136"/>
                  <a:pt x="41214" y="319982"/>
                  <a:pt x="49853" y="319697"/>
                </a:cubicBezTo>
                <a:cubicBezTo>
                  <a:pt x="58483" y="319411"/>
                  <a:pt x="65751" y="326107"/>
                  <a:pt x="66179" y="334727"/>
                </a:cubicBezTo>
                <a:cubicBezTo>
                  <a:pt x="66189" y="343166"/>
                  <a:pt x="59578" y="350138"/>
                  <a:pt x="51139" y="350558"/>
                </a:cubicBezTo>
                <a:lnTo>
                  <a:pt x="50349" y="351348"/>
                </a:lnTo>
                <a:moveTo>
                  <a:pt x="192805" y="201453"/>
                </a:moveTo>
                <a:cubicBezTo>
                  <a:pt x="184184" y="201025"/>
                  <a:pt x="177498" y="193757"/>
                  <a:pt x="177774" y="185127"/>
                </a:cubicBezTo>
                <a:cubicBezTo>
                  <a:pt x="178060" y="176488"/>
                  <a:pt x="185213" y="169678"/>
                  <a:pt x="193852" y="169821"/>
                </a:cubicBezTo>
                <a:cubicBezTo>
                  <a:pt x="202482" y="169954"/>
                  <a:pt x="209416" y="176993"/>
                  <a:pt x="209426" y="185623"/>
                </a:cubicBezTo>
                <a:cubicBezTo>
                  <a:pt x="209226" y="189823"/>
                  <a:pt x="207349" y="193767"/>
                  <a:pt x="204235" y="196595"/>
                </a:cubicBezTo>
                <a:cubicBezTo>
                  <a:pt x="201120" y="199415"/>
                  <a:pt x="197005" y="200882"/>
                  <a:pt x="192805" y="200663"/>
                </a:cubicBezTo>
                <a:lnTo>
                  <a:pt x="192805" y="201453"/>
                </a:lnTo>
                <a:moveTo>
                  <a:pt x="335260" y="201453"/>
                </a:moveTo>
                <a:cubicBezTo>
                  <a:pt x="326126" y="201453"/>
                  <a:pt x="318725" y="194043"/>
                  <a:pt x="318725" y="184908"/>
                </a:cubicBezTo>
                <a:cubicBezTo>
                  <a:pt x="318725" y="175774"/>
                  <a:pt x="326126" y="168373"/>
                  <a:pt x="335260" y="168373"/>
                </a:cubicBezTo>
                <a:cubicBezTo>
                  <a:pt x="344395" y="168373"/>
                  <a:pt x="351805" y="175774"/>
                  <a:pt x="351805" y="184908"/>
                </a:cubicBezTo>
                <a:cubicBezTo>
                  <a:pt x="351805" y="194052"/>
                  <a:pt x="344395" y="201453"/>
                  <a:pt x="335260" y="201453"/>
                </a:cubicBezTo>
              </a:path>
            </a:pathLst>
          </a:custGeom>
          <a:solidFill>
            <a:srgbClr val="2240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250280" y="3679673"/>
            <a:ext cx="364169" cy="380304"/>
          </a:xfrm>
          <a:custGeom>
            <a:avLst/>
            <a:gdLst/>
            <a:ahLst/>
            <a:cxnLst/>
            <a:rect l="0" t="0" r="0" b="0"/>
            <a:pathLst>
              <a:path w="364169" h="380304">
                <a:moveTo>
                  <a:pt x="357930" y="195519"/>
                </a:moveTo>
                <a:lnTo>
                  <a:pt x="296837" y="161648"/>
                </a:lnTo>
                <a:lnTo>
                  <a:pt x="296837" y="146608"/>
                </a:lnTo>
                <a:cubicBezTo>
                  <a:pt x="296837" y="129130"/>
                  <a:pt x="282663" y="114957"/>
                  <a:pt x="265176" y="114957"/>
                </a:cubicBezTo>
                <a:lnTo>
                  <a:pt x="201863" y="114957"/>
                </a:lnTo>
                <a:lnTo>
                  <a:pt x="201863" y="87258"/>
                </a:lnTo>
                <a:lnTo>
                  <a:pt x="233524" y="87258"/>
                </a:lnTo>
                <a:cubicBezTo>
                  <a:pt x="237991" y="87229"/>
                  <a:pt x="242068" y="84734"/>
                  <a:pt x="244125" y="80762"/>
                </a:cubicBezTo>
                <a:lnTo>
                  <a:pt x="275786" y="17449"/>
                </a:lnTo>
                <a:cubicBezTo>
                  <a:pt x="277758" y="13849"/>
                  <a:pt x="277758" y="9496"/>
                  <a:pt x="275786" y="5895"/>
                </a:cubicBezTo>
                <a:cubicBezTo>
                  <a:pt x="273567" y="2190"/>
                  <a:pt x="269490" y="0"/>
                  <a:pt x="265176" y="200"/>
                </a:cubicBezTo>
                <a:lnTo>
                  <a:pt x="154381" y="200"/>
                </a:lnTo>
                <a:cubicBezTo>
                  <a:pt x="149913" y="228"/>
                  <a:pt x="145837" y="2724"/>
                  <a:pt x="143779" y="6686"/>
                </a:cubicBezTo>
                <a:lnTo>
                  <a:pt x="112118" y="69999"/>
                </a:lnTo>
                <a:cubicBezTo>
                  <a:pt x="110147" y="73599"/>
                  <a:pt x="110147" y="77962"/>
                  <a:pt x="112118" y="81553"/>
                </a:cubicBezTo>
                <a:cubicBezTo>
                  <a:pt x="114252" y="85115"/>
                  <a:pt x="118100" y="87287"/>
                  <a:pt x="122253" y="87258"/>
                </a:cubicBezTo>
                <a:lnTo>
                  <a:pt x="169735" y="87258"/>
                </a:lnTo>
                <a:lnTo>
                  <a:pt x="169735" y="114957"/>
                </a:lnTo>
                <a:lnTo>
                  <a:pt x="98983" y="114957"/>
                </a:lnTo>
                <a:cubicBezTo>
                  <a:pt x="81495" y="114957"/>
                  <a:pt x="67322" y="129130"/>
                  <a:pt x="67322" y="146608"/>
                </a:cubicBezTo>
                <a:lnTo>
                  <a:pt x="67322" y="161648"/>
                </a:lnTo>
                <a:lnTo>
                  <a:pt x="6229" y="195519"/>
                </a:lnTo>
                <a:cubicBezTo>
                  <a:pt x="2390" y="197596"/>
                  <a:pt x="0" y="201606"/>
                  <a:pt x="0" y="205968"/>
                </a:cubicBezTo>
                <a:cubicBezTo>
                  <a:pt x="0" y="210331"/>
                  <a:pt x="2390" y="214341"/>
                  <a:pt x="6229" y="216417"/>
                </a:cubicBezTo>
                <a:lnTo>
                  <a:pt x="67322" y="250288"/>
                </a:lnTo>
                <a:lnTo>
                  <a:pt x="67322" y="271814"/>
                </a:lnTo>
                <a:cubicBezTo>
                  <a:pt x="40967" y="279673"/>
                  <a:pt x="24364" y="305685"/>
                  <a:pt x="28336" y="332898"/>
                </a:cubicBezTo>
                <a:cubicBezTo>
                  <a:pt x="32308" y="360121"/>
                  <a:pt x="55645" y="380304"/>
                  <a:pt x="83153" y="380304"/>
                </a:cubicBezTo>
                <a:cubicBezTo>
                  <a:pt x="110661" y="380304"/>
                  <a:pt x="133997" y="360121"/>
                  <a:pt x="137969" y="332898"/>
                </a:cubicBezTo>
                <a:cubicBezTo>
                  <a:pt x="141941" y="305685"/>
                  <a:pt x="125339" y="279673"/>
                  <a:pt x="98983" y="271814"/>
                </a:cubicBezTo>
                <a:lnTo>
                  <a:pt x="98983" y="250288"/>
                </a:lnTo>
                <a:lnTo>
                  <a:pt x="160077" y="216417"/>
                </a:lnTo>
                <a:cubicBezTo>
                  <a:pt x="163915" y="214341"/>
                  <a:pt x="166316" y="210331"/>
                  <a:pt x="166316" y="205968"/>
                </a:cubicBezTo>
                <a:cubicBezTo>
                  <a:pt x="166316" y="201606"/>
                  <a:pt x="163915" y="197596"/>
                  <a:pt x="160077" y="195519"/>
                </a:cubicBezTo>
                <a:lnTo>
                  <a:pt x="98983" y="161648"/>
                </a:lnTo>
                <a:lnTo>
                  <a:pt x="98983" y="146608"/>
                </a:lnTo>
                <a:lnTo>
                  <a:pt x="265176" y="146608"/>
                </a:lnTo>
                <a:lnTo>
                  <a:pt x="265176" y="161648"/>
                </a:lnTo>
                <a:lnTo>
                  <a:pt x="204082" y="195519"/>
                </a:lnTo>
                <a:cubicBezTo>
                  <a:pt x="200244" y="197596"/>
                  <a:pt x="197853" y="201606"/>
                  <a:pt x="197853" y="205968"/>
                </a:cubicBezTo>
                <a:cubicBezTo>
                  <a:pt x="197853" y="210331"/>
                  <a:pt x="200244" y="214341"/>
                  <a:pt x="204082" y="216417"/>
                </a:cubicBezTo>
                <a:lnTo>
                  <a:pt x="265176" y="250288"/>
                </a:lnTo>
                <a:lnTo>
                  <a:pt x="265176" y="271814"/>
                </a:lnTo>
                <a:cubicBezTo>
                  <a:pt x="238820" y="279673"/>
                  <a:pt x="222218" y="305685"/>
                  <a:pt x="226190" y="332898"/>
                </a:cubicBezTo>
                <a:cubicBezTo>
                  <a:pt x="230162" y="360121"/>
                  <a:pt x="253498" y="380304"/>
                  <a:pt x="281006" y="380304"/>
                </a:cubicBezTo>
                <a:cubicBezTo>
                  <a:pt x="308514" y="380304"/>
                  <a:pt x="331860" y="360121"/>
                  <a:pt x="335822" y="332898"/>
                </a:cubicBezTo>
                <a:cubicBezTo>
                  <a:pt x="339794" y="305685"/>
                  <a:pt x="323192" y="279673"/>
                  <a:pt x="296837" y="271814"/>
                </a:cubicBezTo>
                <a:lnTo>
                  <a:pt x="296837" y="250288"/>
                </a:lnTo>
                <a:lnTo>
                  <a:pt x="357930" y="216417"/>
                </a:lnTo>
                <a:cubicBezTo>
                  <a:pt x="361769" y="214341"/>
                  <a:pt x="364169" y="210331"/>
                  <a:pt x="364169" y="205968"/>
                </a:cubicBezTo>
                <a:cubicBezTo>
                  <a:pt x="364169" y="201606"/>
                  <a:pt x="361769" y="197596"/>
                  <a:pt x="357930" y="195519"/>
                </a:cubicBezTo>
              </a:path>
            </a:pathLst>
          </a:custGeom>
          <a:solidFill>
            <a:srgbClr val="2240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514259" y="2682687"/>
            <a:ext cx="387657" cy="379876"/>
          </a:xfrm>
          <a:custGeom>
            <a:avLst/>
            <a:gdLst/>
            <a:ahLst/>
            <a:cxnLst/>
            <a:rect l="0" t="0" r="0" b="0"/>
            <a:pathLst>
              <a:path w="387657" h="379876">
                <a:moveTo>
                  <a:pt x="118233" y="379876"/>
                </a:moveTo>
                <a:cubicBezTo>
                  <a:pt x="109499" y="379876"/>
                  <a:pt x="102412" y="372789"/>
                  <a:pt x="102412" y="364055"/>
                </a:cubicBezTo>
                <a:lnTo>
                  <a:pt x="102412" y="324478"/>
                </a:lnTo>
                <a:cubicBezTo>
                  <a:pt x="102412" y="315734"/>
                  <a:pt x="109499" y="308648"/>
                  <a:pt x="118233" y="308648"/>
                </a:cubicBezTo>
                <a:cubicBezTo>
                  <a:pt x="126977" y="308648"/>
                  <a:pt x="134064" y="315734"/>
                  <a:pt x="134064" y="324478"/>
                </a:cubicBezTo>
                <a:lnTo>
                  <a:pt x="134064" y="364055"/>
                </a:lnTo>
                <a:cubicBezTo>
                  <a:pt x="134064" y="372789"/>
                  <a:pt x="126977" y="379876"/>
                  <a:pt x="118233" y="379876"/>
                </a:cubicBezTo>
                <a:moveTo>
                  <a:pt x="265280" y="379876"/>
                </a:moveTo>
                <a:cubicBezTo>
                  <a:pt x="256536" y="379876"/>
                  <a:pt x="249450" y="372789"/>
                  <a:pt x="249450" y="364055"/>
                </a:cubicBezTo>
                <a:lnTo>
                  <a:pt x="249450" y="336194"/>
                </a:lnTo>
                <a:cubicBezTo>
                  <a:pt x="249431" y="331984"/>
                  <a:pt x="251078" y="327945"/>
                  <a:pt x="254041" y="324954"/>
                </a:cubicBezTo>
                <a:cubicBezTo>
                  <a:pt x="257032" y="321992"/>
                  <a:pt x="261070" y="320344"/>
                  <a:pt x="265280" y="320363"/>
                </a:cubicBezTo>
                <a:cubicBezTo>
                  <a:pt x="294884" y="320363"/>
                  <a:pt x="306276" y="318468"/>
                  <a:pt x="312762" y="311819"/>
                </a:cubicBezTo>
                <a:cubicBezTo>
                  <a:pt x="319954" y="291531"/>
                  <a:pt x="322754" y="269957"/>
                  <a:pt x="321002" y="248507"/>
                </a:cubicBezTo>
                <a:cubicBezTo>
                  <a:pt x="321002" y="239763"/>
                  <a:pt x="328088" y="232676"/>
                  <a:pt x="336823" y="232676"/>
                </a:cubicBezTo>
                <a:lnTo>
                  <a:pt x="344738" y="232676"/>
                </a:lnTo>
                <a:cubicBezTo>
                  <a:pt x="347310" y="232705"/>
                  <a:pt x="349729" y="231495"/>
                  <a:pt x="351243" y="229419"/>
                </a:cubicBezTo>
                <a:cubicBezTo>
                  <a:pt x="352748" y="227342"/>
                  <a:pt x="353158" y="224666"/>
                  <a:pt x="352339" y="222227"/>
                </a:cubicBezTo>
                <a:cubicBezTo>
                  <a:pt x="347633" y="209931"/>
                  <a:pt x="341976" y="198024"/>
                  <a:pt x="335403" y="186613"/>
                </a:cubicBezTo>
                <a:cubicBezTo>
                  <a:pt x="327945" y="176279"/>
                  <a:pt x="322964" y="164363"/>
                  <a:pt x="320840" y="151790"/>
                </a:cubicBezTo>
                <a:cubicBezTo>
                  <a:pt x="321002" y="123367"/>
                  <a:pt x="308886" y="96250"/>
                  <a:pt x="287597" y="77400"/>
                </a:cubicBezTo>
                <a:cubicBezTo>
                  <a:pt x="282349" y="74056"/>
                  <a:pt x="279539" y="67941"/>
                  <a:pt x="280435" y="61779"/>
                </a:cubicBezTo>
                <a:cubicBezTo>
                  <a:pt x="281330" y="55616"/>
                  <a:pt x="285750" y="50549"/>
                  <a:pt x="291731" y="48834"/>
                </a:cubicBezTo>
                <a:cubicBezTo>
                  <a:pt x="297713" y="47120"/>
                  <a:pt x="304152" y="49063"/>
                  <a:pt x="308181" y="53816"/>
                </a:cubicBezTo>
                <a:cubicBezTo>
                  <a:pt x="336670" y="78562"/>
                  <a:pt x="352920" y="114528"/>
                  <a:pt x="352653" y="152266"/>
                </a:cubicBezTo>
                <a:cubicBezTo>
                  <a:pt x="352653" y="154324"/>
                  <a:pt x="358987" y="164144"/>
                  <a:pt x="363102" y="171421"/>
                </a:cubicBezTo>
                <a:cubicBezTo>
                  <a:pt x="376104" y="190233"/>
                  <a:pt x="384209" y="211997"/>
                  <a:pt x="386686" y="234734"/>
                </a:cubicBezTo>
                <a:cubicBezTo>
                  <a:pt x="387657" y="241182"/>
                  <a:pt x="386248" y="247764"/>
                  <a:pt x="382724" y="253250"/>
                </a:cubicBezTo>
                <a:cubicBezTo>
                  <a:pt x="377485" y="260537"/>
                  <a:pt x="369074" y="264890"/>
                  <a:pt x="360092" y="264966"/>
                </a:cubicBezTo>
                <a:cubicBezTo>
                  <a:pt x="355996" y="265042"/>
                  <a:pt x="352663" y="268309"/>
                  <a:pt x="352491" y="272405"/>
                </a:cubicBezTo>
                <a:cubicBezTo>
                  <a:pt x="351386" y="294722"/>
                  <a:pt x="347271" y="322268"/>
                  <a:pt x="335241" y="334289"/>
                </a:cubicBezTo>
                <a:cubicBezTo>
                  <a:pt x="320344" y="347291"/>
                  <a:pt x="300809" y="353691"/>
                  <a:pt x="281111" y="352024"/>
                </a:cubicBezTo>
                <a:lnTo>
                  <a:pt x="281111" y="364055"/>
                </a:lnTo>
                <a:cubicBezTo>
                  <a:pt x="281111" y="372789"/>
                  <a:pt x="274024" y="379876"/>
                  <a:pt x="265280" y="379876"/>
                </a:cubicBezTo>
                <a:moveTo>
                  <a:pt x="123301" y="146408"/>
                </a:moveTo>
                <a:cubicBezTo>
                  <a:pt x="123301" y="155152"/>
                  <a:pt x="130387" y="162239"/>
                  <a:pt x="139131" y="162239"/>
                </a:cubicBezTo>
                <a:cubicBezTo>
                  <a:pt x="147875" y="162239"/>
                  <a:pt x="154962" y="155152"/>
                  <a:pt x="154962" y="146408"/>
                </a:cubicBezTo>
                <a:cubicBezTo>
                  <a:pt x="154962" y="137674"/>
                  <a:pt x="147875" y="130587"/>
                  <a:pt x="139131" y="130587"/>
                </a:cubicBezTo>
                <a:cubicBezTo>
                  <a:pt x="130387" y="130587"/>
                  <a:pt x="123301" y="137674"/>
                  <a:pt x="123301" y="146408"/>
                </a:cubicBezTo>
                <a:moveTo>
                  <a:pt x="265918" y="73123"/>
                </a:moveTo>
                <a:cubicBezTo>
                  <a:pt x="254831" y="53816"/>
                  <a:pt x="229038" y="48910"/>
                  <a:pt x="198491" y="53501"/>
                </a:cubicBezTo>
                <a:cubicBezTo>
                  <a:pt x="194862" y="53940"/>
                  <a:pt x="191385" y="51939"/>
                  <a:pt x="189938" y="48596"/>
                </a:cubicBezTo>
                <a:cubicBezTo>
                  <a:pt x="178546" y="19783"/>
                  <a:pt x="161448" y="0"/>
                  <a:pt x="139131" y="0"/>
                </a:cubicBezTo>
                <a:cubicBezTo>
                  <a:pt x="116814" y="0"/>
                  <a:pt x="99717" y="19783"/>
                  <a:pt x="88325" y="48596"/>
                </a:cubicBezTo>
                <a:cubicBezTo>
                  <a:pt x="86915" y="51977"/>
                  <a:pt x="83410" y="53997"/>
                  <a:pt x="79771" y="53501"/>
                </a:cubicBezTo>
                <a:cubicBezTo>
                  <a:pt x="49225" y="48910"/>
                  <a:pt x="23269" y="53816"/>
                  <a:pt x="12344" y="73123"/>
                </a:cubicBezTo>
                <a:cubicBezTo>
                  <a:pt x="1428" y="92440"/>
                  <a:pt x="12344" y="120615"/>
                  <a:pt x="28965" y="141503"/>
                </a:cubicBezTo>
                <a:cubicBezTo>
                  <a:pt x="31184" y="144399"/>
                  <a:pt x="31184" y="148418"/>
                  <a:pt x="28965" y="151314"/>
                </a:cubicBezTo>
                <a:cubicBezTo>
                  <a:pt x="13134" y="171583"/>
                  <a:pt x="0" y="198805"/>
                  <a:pt x="13134" y="219694"/>
                </a:cubicBezTo>
                <a:cubicBezTo>
                  <a:pt x="26269" y="240591"/>
                  <a:pt x="54921" y="243125"/>
                  <a:pt x="79771" y="239325"/>
                </a:cubicBezTo>
                <a:cubicBezTo>
                  <a:pt x="83410" y="238829"/>
                  <a:pt x="86915" y="240839"/>
                  <a:pt x="88325" y="244230"/>
                </a:cubicBezTo>
                <a:cubicBezTo>
                  <a:pt x="99717" y="273034"/>
                  <a:pt x="116814" y="292827"/>
                  <a:pt x="139131" y="292827"/>
                </a:cubicBezTo>
                <a:cubicBezTo>
                  <a:pt x="161448" y="292827"/>
                  <a:pt x="178546" y="273034"/>
                  <a:pt x="189938" y="244230"/>
                </a:cubicBezTo>
                <a:cubicBezTo>
                  <a:pt x="191385" y="240877"/>
                  <a:pt x="194862" y="238886"/>
                  <a:pt x="198481" y="239325"/>
                </a:cubicBezTo>
                <a:cubicBezTo>
                  <a:pt x="205082" y="240372"/>
                  <a:pt x="211750" y="240906"/>
                  <a:pt x="218427" y="240906"/>
                </a:cubicBezTo>
                <a:cubicBezTo>
                  <a:pt x="236943" y="243049"/>
                  <a:pt x="255155" y="234915"/>
                  <a:pt x="265918" y="219694"/>
                </a:cubicBezTo>
                <a:cubicBezTo>
                  <a:pt x="277148" y="200225"/>
                  <a:pt x="268604" y="175536"/>
                  <a:pt x="250088" y="151314"/>
                </a:cubicBezTo>
                <a:cubicBezTo>
                  <a:pt x="247869" y="148418"/>
                  <a:pt x="247869" y="144399"/>
                  <a:pt x="250088" y="141503"/>
                </a:cubicBezTo>
                <a:cubicBezTo>
                  <a:pt x="268604" y="117290"/>
                  <a:pt x="276520" y="92592"/>
                  <a:pt x="265918" y="73123"/>
                </a:cubicBezTo>
                <a:moveTo>
                  <a:pt x="244859" y="85153"/>
                </a:moveTo>
                <a:cubicBezTo>
                  <a:pt x="249135" y="92440"/>
                  <a:pt x="244859" y="106051"/>
                  <a:pt x="233781" y="122348"/>
                </a:cubicBezTo>
                <a:cubicBezTo>
                  <a:pt x="232438" y="124139"/>
                  <a:pt x="230419" y="125282"/>
                  <a:pt x="228199" y="125520"/>
                </a:cubicBezTo>
                <a:cubicBezTo>
                  <a:pt x="225980" y="125768"/>
                  <a:pt x="223761" y="125072"/>
                  <a:pt x="222075" y="123615"/>
                </a:cubicBezTo>
                <a:cubicBezTo>
                  <a:pt x="217008" y="119186"/>
                  <a:pt x="211731" y="114909"/>
                  <a:pt x="206244" y="110794"/>
                </a:cubicBezTo>
                <a:cubicBezTo>
                  <a:pt x="204520" y="109585"/>
                  <a:pt x="203415" y="107670"/>
                  <a:pt x="203234" y="105575"/>
                </a:cubicBezTo>
                <a:cubicBezTo>
                  <a:pt x="202711" y="98507"/>
                  <a:pt x="201806" y="91859"/>
                  <a:pt x="200548" y="85629"/>
                </a:cubicBezTo>
                <a:cubicBezTo>
                  <a:pt x="200129" y="83410"/>
                  <a:pt x="200644" y="81124"/>
                  <a:pt x="201968" y="79295"/>
                </a:cubicBezTo>
                <a:cubicBezTo>
                  <a:pt x="203377" y="77533"/>
                  <a:pt x="205425" y="76390"/>
                  <a:pt x="207664" y="76133"/>
                </a:cubicBezTo>
                <a:cubicBezTo>
                  <a:pt x="221751" y="74866"/>
                  <a:pt x="239801" y="75504"/>
                  <a:pt x="244859" y="85153"/>
                </a:cubicBezTo>
                <a:moveTo>
                  <a:pt x="142608" y="193900"/>
                </a:moveTo>
                <a:cubicBezTo>
                  <a:pt x="140417" y="194995"/>
                  <a:pt x="137836" y="194995"/>
                  <a:pt x="135645" y="193900"/>
                </a:cubicBezTo>
                <a:cubicBezTo>
                  <a:pt x="123263" y="187718"/>
                  <a:pt x="111261" y="180794"/>
                  <a:pt x="99717" y="173164"/>
                </a:cubicBezTo>
                <a:cubicBezTo>
                  <a:pt x="97688" y="171802"/>
                  <a:pt x="96402" y="169583"/>
                  <a:pt x="96240" y="167144"/>
                </a:cubicBezTo>
                <a:cubicBezTo>
                  <a:pt x="95440" y="153333"/>
                  <a:pt x="95440" y="139484"/>
                  <a:pt x="96240" y="125672"/>
                </a:cubicBezTo>
                <a:cubicBezTo>
                  <a:pt x="96402" y="123243"/>
                  <a:pt x="97688" y="121024"/>
                  <a:pt x="99717" y="119662"/>
                </a:cubicBezTo>
                <a:cubicBezTo>
                  <a:pt x="111251" y="112004"/>
                  <a:pt x="123253" y="105079"/>
                  <a:pt x="135645" y="98926"/>
                </a:cubicBezTo>
                <a:cubicBezTo>
                  <a:pt x="137836" y="97821"/>
                  <a:pt x="140417" y="97821"/>
                  <a:pt x="142608" y="98926"/>
                </a:cubicBezTo>
                <a:cubicBezTo>
                  <a:pt x="154981" y="105136"/>
                  <a:pt x="166982" y="112061"/>
                  <a:pt x="178546" y="119662"/>
                </a:cubicBezTo>
                <a:cubicBezTo>
                  <a:pt x="180584" y="121005"/>
                  <a:pt x="181879" y="123234"/>
                  <a:pt x="182022" y="125672"/>
                </a:cubicBezTo>
                <a:cubicBezTo>
                  <a:pt x="182975" y="139484"/>
                  <a:pt x="182975" y="153342"/>
                  <a:pt x="182022" y="167144"/>
                </a:cubicBezTo>
                <a:cubicBezTo>
                  <a:pt x="181879" y="169592"/>
                  <a:pt x="180584" y="171821"/>
                  <a:pt x="178546" y="173164"/>
                </a:cubicBezTo>
                <a:cubicBezTo>
                  <a:pt x="167020" y="180832"/>
                  <a:pt x="155019" y="187756"/>
                  <a:pt x="142608" y="193900"/>
                </a:cubicBezTo>
                <a:moveTo>
                  <a:pt x="139131" y="23745"/>
                </a:moveTo>
                <a:cubicBezTo>
                  <a:pt x="147523" y="23745"/>
                  <a:pt x="157495" y="33718"/>
                  <a:pt x="165725" y="52073"/>
                </a:cubicBezTo>
                <a:cubicBezTo>
                  <a:pt x="166582" y="54102"/>
                  <a:pt x="166582" y="56388"/>
                  <a:pt x="165725" y="58407"/>
                </a:cubicBezTo>
                <a:cubicBezTo>
                  <a:pt x="164772" y="60445"/>
                  <a:pt x="163067" y="62026"/>
                  <a:pt x="160972" y="62836"/>
                </a:cubicBezTo>
                <a:cubicBezTo>
                  <a:pt x="154638" y="64846"/>
                  <a:pt x="148313" y="67217"/>
                  <a:pt x="141979" y="69961"/>
                </a:cubicBezTo>
                <a:cubicBezTo>
                  <a:pt x="140055" y="70751"/>
                  <a:pt x="137893" y="70751"/>
                  <a:pt x="135969" y="69961"/>
                </a:cubicBezTo>
                <a:cubicBezTo>
                  <a:pt x="129635" y="67322"/>
                  <a:pt x="123301" y="64950"/>
                  <a:pt x="116966" y="62836"/>
                </a:cubicBezTo>
                <a:cubicBezTo>
                  <a:pt x="114890" y="62074"/>
                  <a:pt x="113223" y="60464"/>
                  <a:pt x="112375" y="58407"/>
                </a:cubicBezTo>
                <a:cubicBezTo>
                  <a:pt x="111442" y="56397"/>
                  <a:pt x="111442" y="54082"/>
                  <a:pt x="112375" y="52073"/>
                </a:cubicBezTo>
                <a:cubicBezTo>
                  <a:pt x="120767" y="33718"/>
                  <a:pt x="130740" y="23745"/>
                  <a:pt x="139131" y="23745"/>
                </a:cubicBezTo>
                <a:moveTo>
                  <a:pt x="32918" y="85153"/>
                </a:moveTo>
                <a:cubicBezTo>
                  <a:pt x="39100" y="75504"/>
                  <a:pt x="56502" y="74866"/>
                  <a:pt x="70751" y="76133"/>
                </a:cubicBezTo>
                <a:cubicBezTo>
                  <a:pt x="72951" y="76400"/>
                  <a:pt x="74942" y="77543"/>
                  <a:pt x="76295" y="79295"/>
                </a:cubicBezTo>
                <a:cubicBezTo>
                  <a:pt x="77685" y="81095"/>
                  <a:pt x="78209" y="83410"/>
                  <a:pt x="77714" y="85629"/>
                </a:cubicBezTo>
                <a:cubicBezTo>
                  <a:pt x="76447" y="92116"/>
                  <a:pt x="75342" y="98764"/>
                  <a:pt x="74552" y="105413"/>
                </a:cubicBezTo>
                <a:cubicBezTo>
                  <a:pt x="74123" y="107680"/>
                  <a:pt x="72742" y="109642"/>
                  <a:pt x="70751" y="110794"/>
                </a:cubicBezTo>
                <a:cubicBezTo>
                  <a:pt x="65370" y="115071"/>
                  <a:pt x="59988" y="119348"/>
                  <a:pt x="54921" y="123615"/>
                </a:cubicBezTo>
                <a:cubicBezTo>
                  <a:pt x="53244" y="125120"/>
                  <a:pt x="50987" y="125815"/>
                  <a:pt x="48748" y="125520"/>
                </a:cubicBezTo>
                <a:cubicBezTo>
                  <a:pt x="46529" y="125215"/>
                  <a:pt x="44529" y="124015"/>
                  <a:pt x="43214" y="122196"/>
                </a:cubicBezTo>
                <a:cubicBezTo>
                  <a:pt x="36090" y="110794"/>
                  <a:pt x="27384" y="94973"/>
                  <a:pt x="32918" y="85153"/>
                </a:cubicBezTo>
                <a:moveTo>
                  <a:pt x="32918" y="207664"/>
                </a:moveTo>
                <a:cubicBezTo>
                  <a:pt x="27384" y="198167"/>
                  <a:pt x="36090" y="182184"/>
                  <a:pt x="44005" y="170783"/>
                </a:cubicBezTo>
                <a:cubicBezTo>
                  <a:pt x="45319" y="168973"/>
                  <a:pt x="47320" y="167773"/>
                  <a:pt x="49539" y="167459"/>
                </a:cubicBezTo>
                <a:cubicBezTo>
                  <a:pt x="51777" y="167173"/>
                  <a:pt x="54035" y="167859"/>
                  <a:pt x="55711" y="169364"/>
                </a:cubicBezTo>
                <a:cubicBezTo>
                  <a:pt x="60626" y="173640"/>
                  <a:pt x="66008" y="177907"/>
                  <a:pt x="71542" y="182184"/>
                </a:cubicBezTo>
                <a:cubicBezTo>
                  <a:pt x="73256" y="183432"/>
                  <a:pt x="74399" y="185308"/>
                  <a:pt x="74714" y="187404"/>
                </a:cubicBezTo>
                <a:cubicBezTo>
                  <a:pt x="74714" y="194214"/>
                  <a:pt x="76609" y="200701"/>
                  <a:pt x="77876" y="207197"/>
                </a:cubicBezTo>
                <a:cubicBezTo>
                  <a:pt x="78371" y="209407"/>
                  <a:pt x="77847" y="211731"/>
                  <a:pt x="76447" y="213521"/>
                </a:cubicBezTo>
                <a:cubicBezTo>
                  <a:pt x="75104" y="215284"/>
                  <a:pt x="73104" y="216417"/>
                  <a:pt x="70913" y="216693"/>
                </a:cubicBezTo>
                <a:cubicBezTo>
                  <a:pt x="50806" y="218589"/>
                  <a:pt x="37195" y="215103"/>
                  <a:pt x="32918" y="207664"/>
                </a:cubicBezTo>
                <a:moveTo>
                  <a:pt x="139131" y="269081"/>
                </a:moveTo>
                <a:cubicBezTo>
                  <a:pt x="130740" y="269081"/>
                  <a:pt x="120767" y="259108"/>
                  <a:pt x="112537" y="240744"/>
                </a:cubicBezTo>
                <a:cubicBezTo>
                  <a:pt x="111594" y="238744"/>
                  <a:pt x="111594" y="236420"/>
                  <a:pt x="112537" y="234419"/>
                </a:cubicBezTo>
                <a:cubicBezTo>
                  <a:pt x="113376" y="232362"/>
                  <a:pt x="115042" y="230752"/>
                  <a:pt x="117128" y="229981"/>
                </a:cubicBezTo>
                <a:cubicBezTo>
                  <a:pt x="123463" y="227980"/>
                  <a:pt x="129787" y="225609"/>
                  <a:pt x="136121" y="222865"/>
                </a:cubicBezTo>
                <a:cubicBezTo>
                  <a:pt x="138045" y="222075"/>
                  <a:pt x="140207" y="222075"/>
                  <a:pt x="142141" y="222865"/>
                </a:cubicBezTo>
                <a:cubicBezTo>
                  <a:pt x="148466" y="225609"/>
                  <a:pt x="154800" y="227980"/>
                  <a:pt x="161134" y="229981"/>
                </a:cubicBezTo>
                <a:cubicBezTo>
                  <a:pt x="163229" y="230790"/>
                  <a:pt x="164925" y="232381"/>
                  <a:pt x="165877" y="234419"/>
                </a:cubicBezTo>
                <a:cubicBezTo>
                  <a:pt x="166744" y="236439"/>
                  <a:pt x="166744" y="238725"/>
                  <a:pt x="165877" y="240744"/>
                </a:cubicBezTo>
                <a:cubicBezTo>
                  <a:pt x="157495" y="259108"/>
                  <a:pt x="147523" y="269081"/>
                  <a:pt x="139131" y="269081"/>
                </a:cubicBezTo>
                <a:moveTo>
                  <a:pt x="244859" y="207664"/>
                </a:moveTo>
                <a:cubicBezTo>
                  <a:pt x="240744" y="215103"/>
                  <a:pt x="226980" y="218589"/>
                  <a:pt x="207035" y="216693"/>
                </a:cubicBezTo>
                <a:cubicBezTo>
                  <a:pt x="204854" y="216369"/>
                  <a:pt x="202872" y="215245"/>
                  <a:pt x="201491" y="213521"/>
                </a:cubicBezTo>
                <a:cubicBezTo>
                  <a:pt x="200167" y="211693"/>
                  <a:pt x="199653" y="209407"/>
                  <a:pt x="200072" y="207187"/>
                </a:cubicBezTo>
                <a:cubicBezTo>
                  <a:pt x="201339" y="200653"/>
                  <a:pt x="202444" y="194005"/>
                  <a:pt x="203396" y="187251"/>
                </a:cubicBezTo>
                <a:cubicBezTo>
                  <a:pt x="203577" y="185146"/>
                  <a:pt x="204673" y="183232"/>
                  <a:pt x="206397" y="182022"/>
                </a:cubicBezTo>
                <a:cubicBezTo>
                  <a:pt x="211778" y="177907"/>
                  <a:pt x="217055" y="173640"/>
                  <a:pt x="222227" y="169202"/>
                </a:cubicBezTo>
                <a:cubicBezTo>
                  <a:pt x="223923" y="167744"/>
                  <a:pt x="226142" y="167058"/>
                  <a:pt x="228361" y="167297"/>
                </a:cubicBezTo>
                <a:cubicBezTo>
                  <a:pt x="230581" y="167535"/>
                  <a:pt x="232600" y="168687"/>
                  <a:pt x="233943" y="170468"/>
                </a:cubicBezTo>
                <a:cubicBezTo>
                  <a:pt x="245973" y="186775"/>
                  <a:pt x="249612" y="200386"/>
                  <a:pt x="244859" y="207664"/>
                </a:cubicBezTo>
              </a:path>
            </a:pathLst>
          </a:custGeom>
          <a:solidFill>
            <a:srgbClr val="2240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270835" y="2683477"/>
            <a:ext cx="322973" cy="378323"/>
          </a:xfrm>
          <a:custGeom>
            <a:avLst/>
            <a:gdLst/>
            <a:ahLst/>
            <a:cxnLst/>
            <a:rect l="0" t="0" r="0" b="0"/>
            <a:pathLst>
              <a:path w="322973" h="378323">
                <a:moveTo>
                  <a:pt x="227218" y="112385"/>
                </a:moveTo>
                <a:lnTo>
                  <a:pt x="178146" y="112385"/>
                </a:lnTo>
                <a:lnTo>
                  <a:pt x="178146" y="148790"/>
                </a:lnTo>
                <a:lnTo>
                  <a:pt x="303190" y="148790"/>
                </a:lnTo>
                <a:cubicBezTo>
                  <a:pt x="308257" y="148790"/>
                  <a:pt x="313410" y="150523"/>
                  <a:pt x="317325" y="154438"/>
                </a:cubicBezTo>
                <a:cubicBezTo>
                  <a:pt x="321230" y="158343"/>
                  <a:pt x="322973" y="163487"/>
                  <a:pt x="322973" y="168573"/>
                </a:cubicBezTo>
                <a:lnTo>
                  <a:pt x="322973" y="242963"/>
                </a:lnTo>
                <a:cubicBezTo>
                  <a:pt x="322973" y="248030"/>
                  <a:pt x="321230" y="253193"/>
                  <a:pt x="317325" y="257098"/>
                </a:cubicBezTo>
                <a:cubicBezTo>
                  <a:pt x="313553" y="260794"/>
                  <a:pt x="308467" y="262832"/>
                  <a:pt x="303190" y="262747"/>
                </a:cubicBezTo>
                <a:lnTo>
                  <a:pt x="178146" y="262747"/>
                </a:lnTo>
                <a:lnTo>
                  <a:pt x="178146" y="303904"/>
                </a:lnTo>
                <a:lnTo>
                  <a:pt x="211388" y="303904"/>
                </a:lnTo>
                <a:cubicBezTo>
                  <a:pt x="216150" y="303904"/>
                  <a:pt x="220465" y="306752"/>
                  <a:pt x="222323" y="311143"/>
                </a:cubicBezTo>
                <a:cubicBezTo>
                  <a:pt x="224180" y="315534"/>
                  <a:pt x="223237" y="320611"/>
                  <a:pt x="219913" y="324040"/>
                </a:cubicBezTo>
                <a:lnTo>
                  <a:pt x="170849" y="374684"/>
                </a:lnTo>
                <a:cubicBezTo>
                  <a:pt x="168630" y="376980"/>
                  <a:pt x="165592" y="378275"/>
                  <a:pt x="162410" y="378304"/>
                </a:cubicBezTo>
                <a:cubicBezTo>
                  <a:pt x="159219" y="378323"/>
                  <a:pt x="156162" y="377066"/>
                  <a:pt x="153914" y="374818"/>
                </a:cubicBezTo>
                <a:lnTo>
                  <a:pt x="103260" y="324164"/>
                </a:lnTo>
                <a:cubicBezTo>
                  <a:pt x="99869" y="320763"/>
                  <a:pt x="98859" y="315658"/>
                  <a:pt x="100698" y="311229"/>
                </a:cubicBezTo>
                <a:cubicBezTo>
                  <a:pt x="102536" y="306790"/>
                  <a:pt x="106870" y="303904"/>
                  <a:pt x="111671" y="303904"/>
                </a:cubicBezTo>
                <a:lnTo>
                  <a:pt x="146494" y="303904"/>
                </a:lnTo>
                <a:lnTo>
                  <a:pt x="146494" y="262747"/>
                </a:lnTo>
                <a:lnTo>
                  <a:pt x="19859" y="262747"/>
                </a:lnTo>
                <a:cubicBezTo>
                  <a:pt x="14801" y="262747"/>
                  <a:pt x="9639" y="261013"/>
                  <a:pt x="5724" y="257098"/>
                </a:cubicBezTo>
                <a:cubicBezTo>
                  <a:pt x="2038" y="253326"/>
                  <a:pt x="0" y="248240"/>
                  <a:pt x="76" y="242963"/>
                </a:cubicBezTo>
                <a:lnTo>
                  <a:pt x="76" y="168573"/>
                </a:lnTo>
                <a:cubicBezTo>
                  <a:pt x="76" y="163506"/>
                  <a:pt x="1819" y="158343"/>
                  <a:pt x="5724" y="154438"/>
                </a:cubicBezTo>
                <a:cubicBezTo>
                  <a:pt x="9639" y="150523"/>
                  <a:pt x="14801" y="148790"/>
                  <a:pt x="19859" y="148790"/>
                </a:cubicBezTo>
                <a:lnTo>
                  <a:pt x="146494" y="148790"/>
                </a:lnTo>
                <a:lnTo>
                  <a:pt x="146494" y="112385"/>
                </a:lnTo>
                <a:lnTo>
                  <a:pt x="97421" y="112385"/>
                </a:lnTo>
                <a:cubicBezTo>
                  <a:pt x="65293" y="112385"/>
                  <a:pt x="41233" y="86220"/>
                  <a:pt x="41233" y="56187"/>
                </a:cubicBezTo>
                <a:cubicBezTo>
                  <a:pt x="41233" y="24031"/>
                  <a:pt x="67398" y="0"/>
                  <a:pt x="97421" y="0"/>
                </a:cubicBezTo>
                <a:lnTo>
                  <a:pt x="227218" y="0"/>
                </a:lnTo>
                <a:cubicBezTo>
                  <a:pt x="259375" y="0"/>
                  <a:pt x="283406" y="26165"/>
                  <a:pt x="283406" y="56187"/>
                </a:cubicBezTo>
                <a:cubicBezTo>
                  <a:pt x="283406" y="86486"/>
                  <a:pt x="257508" y="112385"/>
                  <a:pt x="227218" y="112385"/>
                </a:cubicBezTo>
              </a:path>
            </a:pathLst>
          </a:custGeom>
          <a:solidFill>
            <a:srgbClr val="2240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40749" y="2006026"/>
            <a:ext cx="1793161" cy="213683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300" b="1">
                <a:solidFill>
                  <a:srgbClr val="22403B"/>
                </a:solidFill>
                <a:latin typeface="Roboto Slab"/>
              </a:rPr>
              <a:t>Machine Learning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1241670" y="2730180"/>
            <a:ext cx="1696793" cy="284882"/>
            <a:chOff x="1241670" y="2730180"/>
            <a:chExt cx="1696793" cy="284882"/>
          </a:xfrm>
        </p:grpSpPr>
        <p:sp>
          <p:nvSpPr>
            <p:cNvPr id="15" name="TextBox 14"/>
            <p:cNvSpPr txBox="1"/>
            <p:nvPr/>
          </p:nvSpPr>
          <p:spPr>
            <a:xfrm>
              <a:off x="987152" y="2730180"/>
              <a:ext cx="1951311" cy="142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r"/>
              <a:r>
                <a:rPr sz="900" b="1">
                  <a:solidFill>
                    <a:srgbClr val="22403B"/>
                  </a:solidFill>
                  <a:latin typeface="Roboto Slab"/>
                </a:rPr>
                <a:t>Relies on explicit instructions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987152" y="2872578"/>
              <a:ext cx="1951311" cy="14248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r"/>
              <a:r>
                <a:rPr sz="900" b="1">
                  <a:solidFill>
                    <a:srgbClr val="22403B"/>
                  </a:solidFill>
                  <a:latin typeface="Roboto Slab"/>
                </a:rPr>
                <a:t>provided by developers</a:t>
              </a:r>
            </a:p>
          </p:txBody>
        </p:sp>
      </p:grpSp>
      <p:sp>
        <p:nvSpPr>
          <p:cNvPr id="18" name="TextBox 17"/>
          <p:cNvSpPr txBox="1"/>
          <p:nvPr/>
        </p:nvSpPr>
        <p:spPr>
          <a:xfrm>
            <a:off x="3974079" y="2896369"/>
            <a:ext cx="1195842" cy="14245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00" b="1">
                <a:solidFill>
                  <a:srgbClr val="22403B"/>
                </a:solidFill>
                <a:latin typeface="Roboto Slab"/>
              </a:rPr>
              <a:t>Core Methodology</a:t>
            </a:r>
          </a:p>
        </p:txBody>
      </p:sp>
      <p:grpSp>
        <p:nvGrpSpPr>
          <p:cNvPr id="21" name="Group 20"/>
          <p:cNvGrpSpPr/>
          <p:nvPr/>
        </p:nvGrpSpPr>
        <p:grpSpPr>
          <a:xfrm>
            <a:off x="6205536" y="2730182"/>
            <a:ext cx="1913181" cy="284882"/>
            <a:chOff x="6205536" y="2730182"/>
            <a:chExt cx="1913181" cy="284882"/>
          </a:xfrm>
        </p:grpSpPr>
        <p:sp>
          <p:nvSpPr>
            <p:cNvPr id="19" name="TextBox 18"/>
            <p:cNvSpPr txBox="1"/>
            <p:nvPr/>
          </p:nvSpPr>
          <p:spPr>
            <a:xfrm>
              <a:off x="6205536" y="2730182"/>
              <a:ext cx="2200158" cy="142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1">
                  <a:solidFill>
                    <a:srgbClr val="22403B"/>
                  </a:solidFill>
                  <a:latin typeface="Roboto Slab"/>
                </a:rPr>
                <a:t>Derives logic autonomously from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205536" y="2872580"/>
              <a:ext cx="2200158" cy="14248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1">
                  <a:solidFill>
                    <a:srgbClr val="22403B"/>
                  </a:solidFill>
                  <a:latin typeface="Roboto Slab"/>
                </a:rPr>
                <a:t>provided datasets</a:t>
              </a:r>
            </a:p>
          </p:txBody>
        </p:sp>
      </p:grpSp>
      <p:sp>
        <p:nvSpPr>
          <p:cNvPr id="22" name="TextBox 21"/>
          <p:cNvSpPr txBox="1"/>
          <p:nvPr/>
        </p:nvSpPr>
        <p:spPr>
          <a:xfrm>
            <a:off x="1604932" y="3157537"/>
            <a:ext cx="1333530" cy="14245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900" b="1">
                <a:solidFill>
                  <a:srgbClr val="22403B"/>
                </a:solidFill>
                <a:latin typeface="Roboto"/>
              </a:rPr>
              <a:t>Data + Rules = Output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05536" y="3157537"/>
            <a:ext cx="1333530" cy="14245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00" b="1">
                <a:solidFill>
                  <a:srgbClr val="22403B"/>
                </a:solidFill>
                <a:latin typeface="Roboto"/>
              </a:rPr>
              <a:t>Data + Output = Rules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5709" y="2006026"/>
            <a:ext cx="2497542" cy="213683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1300" b="1">
                <a:solidFill>
                  <a:srgbClr val="22403B"/>
                </a:solidFill>
                <a:latin typeface="Roboto Slab"/>
              </a:rPr>
              <a:t>Traditional Programming</a:t>
            </a:r>
          </a:p>
        </p:txBody>
      </p:sp>
      <p:grpSp>
        <p:nvGrpSpPr>
          <p:cNvPr id="27" name="Group 26"/>
          <p:cNvGrpSpPr/>
          <p:nvPr/>
        </p:nvGrpSpPr>
        <p:grpSpPr>
          <a:xfrm>
            <a:off x="652348" y="371475"/>
            <a:ext cx="7839294" cy="800100"/>
            <a:chOff x="652348" y="371475"/>
            <a:chExt cx="7839294" cy="800100"/>
          </a:xfrm>
        </p:grpSpPr>
        <p:sp>
          <p:nvSpPr>
            <p:cNvPr id="25" name="TextBox 24"/>
            <p:cNvSpPr txBox="1"/>
            <p:nvPr/>
          </p:nvSpPr>
          <p:spPr>
            <a:xfrm>
              <a:off x="64401" y="371475"/>
              <a:ext cx="9015188" cy="400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3100" b="1">
                  <a:solidFill>
                    <a:srgbClr val="22403B"/>
                  </a:solidFill>
                  <a:latin typeface="Roboto Slab"/>
                </a:rPr>
                <a:t>Which computational approach fits your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64401" y="771525"/>
              <a:ext cx="9015188" cy="400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3100" b="1">
                  <a:solidFill>
                    <a:srgbClr val="22403B"/>
                  </a:solidFill>
                  <a:latin typeface="Roboto Slab"/>
                </a:rPr>
                <a:t>project requirements?</a:t>
              </a:r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1038673" y="3727363"/>
            <a:ext cx="1899789" cy="284882"/>
            <a:chOff x="1038673" y="3727363"/>
            <a:chExt cx="1899789" cy="284882"/>
          </a:xfrm>
        </p:grpSpPr>
        <p:sp>
          <p:nvSpPr>
            <p:cNvPr id="28" name="TextBox 27"/>
            <p:cNvSpPr txBox="1"/>
            <p:nvPr/>
          </p:nvSpPr>
          <p:spPr>
            <a:xfrm>
              <a:off x="753705" y="3727363"/>
              <a:ext cx="2184757" cy="142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r"/>
              <a:r>
                <a:rPr sz="900" b="1">
                  <a:solidFill>
                    <a:srgbClr val="22403B"/>
                  </a:solidFill>
                  <a:latin typeface="Roboto Slab"/>
                </a:rPr>
                <a:t>Requires manual input of specific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753705" y="3869761"/>
              <a:ext cx="2184757" cy="14248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r"/>
              <a:r>
                <a:rPr sz="900" b="1">
                  <a:solidFill>
                    <a:srgbClr val="22403B"/>
                  </a:solidFill>
                  <a:latin typeface="Roboto Slab"/>
                </a:rPr>
                <a:t>logic</a:t>
              </a:r>
            </a:p>
          </p:txBody>
        </p:sp>
      </p:grpSp>
      <p:sp>
        <p:nvSpPr>
          <p:cNvPr id="31" name="TextBox 30"/>
          <p:cNvSpPr txBox="1"/>
          <p:nvPr/>
        </p:nvSpPr>
        <p:spPr>
          <a:xfrm>
            <a:off x="4050886" y="3893553"/>
            <a:ext cx="1042226" cy="14245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00" b="1">
                <a:solidFill>
                  <a:srgbClr val="22403B"/>
                </a:solidFill>
                <a:latin typeface="Roboto Slab"/>
              </a:rPr>
              <a:t>Rule Generation</a:t>
            </a:r>
          </a:p>
        </p:txBody>
      </p:sp>
      <p:grpSp>
        <p:nvGrpSpPr>
          <p:cNvPr id="34" name="Group 33"/>
          <p:cNvGrpSpPr/>
          <p:nvPr/>
        </p:nvGrpSpPr>
        <p:grpSpPr>
          <a:xfrm>
            <a:off x="6205536" y="3727363"/>
            <a:ext cx="2024662" cy="284882"/>
            <a:chOff x="6205536" y="3727363"/>
            <a:chExt cx="2024662" cy="284882"/>
          </a:xfrm>
        </p:grpSpPr>
        <p:sp>
          <p:nvSpPr>
            <p:cNvPr id="32" name="TextBox 31"/>
            <p:cNvSpPr txBox="1"/>
            <p:nvPr/>
          </p:nvSpPr>
          <p:spPr>
            <a:xfrm>
              <a:off x="6205536" y="3727363"/>
              <a:ext cx="2328361" cy="142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1">
                  <a:solidFill>
                    <a:srgbClr val="22403B"/>
                  </a:solidFill>
                  <a:latin typeface="Roboto Slab"/>
                </a:rPr>
                <a:t>Determines rules based on patterns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6205536" y="3869761"/>
              <a:ext cx="2328361" cy="14248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1">
                  <a:solidFill>
                    <a:srgbClr val="22403B"/>
                  </a:solidFill>
                  <a:latin typeface="Roboto Slab"/>
                </a:rPr>
                <a:t>found</a:t>
              </a:r>
            </a:p>
          </p:txBody>
        </p:sp>
      </p:grpSp>
      <p:sp>
        <p:nvSpPr>
          <p:cNvPr id="35" name="TextBox 34"/>
          <p:cNvSpPr txBox="1"/>
          <p:nvPr/>
        </p:nvSpPr>
        <p:spPr>
          <a:xfrm>
            <a:off x="1538091" y="4154721"/>
            <a:ext cx="1400371" cy="14245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900" b="1">
                <a:solidFill>
                  <a:srgbClr val="22403B"/>
                </a:solidFill>
                <a:latin typeface="Roboto"/>
              </a:rPr>
              <a:t>Predefined constraints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05536" y="4154721"/>
            <a:ext cx="1307001" cy="14245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00" b="1">
                <a:solidFill>
                  <a:srgbClr val="22403B"/>
                </a:solidFill>
                <a:latin typeface="Roboto"/>
              </a:rPr>
              <a:t>Automated discovery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886700" y="4829136"/>
            <a:ext cx="1025290" cy="114677"/>
          </a:xfrm>
          <a:custGeom>
            <a:avLst/>
            <a:gdLst/>
            <a:ahLst/>
            <a:cxnLst/>
            <a:rect l="0" t="0" r="0" b="0"/>
            <a:pathLst>
              <a:path w="1025290" h="114677">
                <a:moveTo>
                  <a:pt x="583720" y="112024"/>
                </a:moveTo>
                <a:cubicBezTo>
                  <a:pt x="584031" y="113167"/>
                  <a:pt x="584928" y="114062"/>
                  <a:pt x="586072" y="114370"/>
                </a:cubicBezTo>
                <a:cubicBezTo>
                  <a:pt x="587216" y="114677"/>
                  <a:pt x="588441" y="114353"/>
                  <a:pt x="589283" y="113519"/>
                </a:cubicBezTo>
                <a:lnTo>
                  <a:pt x="638841" y="64551"/>
                </a:lnTo>
                <a:lnTo>
                  <a:pt x="579948" y="98108"/>
                </a:lnTo>
                <a:close/>
                <a:moveTo>
                  <a:pt x="562613" y="581"/>
                </a:moveTo>
                <a:cubicBezTo>
                  <a:pt x="561581" y="0"/>
                  <a:pt x="560315" y="9"/>
                  <a:pt x="559293" y="606"/>
                </a:cubicBezTo>
                <a:cubicBezTo>
                  <a:pt x="558270" y="1204"/>
                  <a:pt x="557640" y="2302"/>
                  <a:pt x="557641" y="3486"/>
                </a:cubicBezTo>
                <a:lnTo>
                  <a:pt x="557641" y="33119"/>
                </a:lnTo>
                <a:lnTo>
                  <a:pt x="588845" y="15326"/>
                </a:lnTo>
                <a:close/>
                <a:moveTo>
                  <a:pt x="598122" y="20631"/>
                </a:moveTo>
                <a:lnTo>
                  <a:pt x="557641" y="43692"/>
                </a:lnTo>
                <a:lnTo>
                  <a:pt x="557641" y="66980"/>
                </a:lnTo>
                <a:lnTo>
                  <a:pt x="618515" y="32271"/>
                </a:lnTo>
                <a:close/>
                <a:moveTo>
                  <a:pt x="642966" y="52093"/>
                </a:moveTo>
                <a:cubicBezTo>
                  <a:pt x="644009" y="51501"/>
                  <a:pt x="644656" y="50391"/>
                  <a:pt x="644656" y="49192"/>
                </a:cubicBezTo>
                <a:cubicBezTo>
                  <a:pt x="644656" y="47993"/>
                  <a:pt x="644009" y="46883"/>
                  <a:pt x="642966" y="46292"/>
                </a:cubicBezTo>
                <a:lnTo>
                  <a:pt x="627802" y="37719"/>
                </a:lnTo>
                <a:lnTo>
                  <a:pt x="557650" y="77715"/>
                </a:lnTo>
                <a:lnTo>
                  <a:pt x="557650" y="94688"/>
                </a:lnTo>
                <a:cubicBezTo>
                  <a:pt x="557648" y="95875"/>
                  <a:pt x="558279" y="96977"/>
                  <a:pt x="559304" y="97575"/>
                </a:cubicBezTo>
                <a:cubicBezTo>
                  <a:pt x="560330" y="98173"/>
                  <a:pt x="561600" y="98180"/>
                  <a:pt x="562632" y="97593"/>
                </a:cubicBezTo>
                <a:lnTo>
                  <a:pt x="642975" y="52093"/>
                </a:lnTo>
                <a:close/>
                <a:moveTo>
                  <a:pt x="386162" y="14450"/>
                </a:moveTo>
                <a:cubicBezTo>
                  <a:pt x="386162" y="10325"/>
                  <a:pt x="389543" y="6992"/>
                  <a:pt x="393706" y="6992"/>
                </a:cubicBezTo>
                <a:cubicBezTo>
                  <a:pt x="397868" y="6992"/>
                  <a:pt x="401250" y="10325"/>
                  <a:pt x="401250" y="14450"/>
                </a:cubicBezTo>
                <a:cubicBezTo>
                  <a:pt x="401250" y="18574"/>
                  <a:pt x="397868" y="21908"/>
                  <a:pt x="393706" y="21908"/>
                </a:cubicBezTo>
                <a:cubicBezTo>
                  <a:pt x="389543" y="21908"/>
                  <a:pt x="386162" y="18574"/>
                  <a:pt x="386162" y="14450"/>
                </a:cubicBezTo>
                <a:close/>
                <a:moveTo>
                  <a:pt x="949766" y="14450"/>
                </a:moveTo>
                <a:cubicBezTo>
                  <a:pt x="949766" y="10325"/>
                  <a:pt x="953147" y="6992"/>
                  <a:pt x="957310" y="6992"/>
                </a:cubicBezTo>
                <a:cubicBezTo>
                  <a:pt x="961472" y="6992"/>
                  <a:pt x="964853" y="10325"/>
                  <a:pt x="964853" y="14450"/>
                </a:cubicBezTo>
                <a:cubicBezTo>
                  <a:pt x="964853" y="18574"/>
                  <a:pt x="961472" y="21908"/>
                  <a:pt x="957310" y="21908"/>
                </a:cubicBezTo>
                <a:cubicBezTo>
                  <a:pt x="953147" y="21908"/>
                  <a:pt x="949766" y="18574"/>
                  <a:pt x="949766" y="14450"/>
                </a:cubicBezTo>
                <a:close/>
                <a:moveTo>
                  <a:pt x="131083" y="87183"/>
                </a:moveTo>
                <a:lnTo>
                  <a:pt x="118986" y="87183"/>
                </a:lnTo>
                <a:lnTo>
                  <a:pt x="118986" y="82544"/>
                </a:lnTo>
                <a:cubicBezTo>
                  <a:pt x="116357" y="84459"/>
                  <a:pt x="110756" y="88345"/>
                  <a:pt x="101069" y="88345"/>
                </a:cubicBezTo>
                <a:cubicBezTo>
                  <a:pt x="89620" y="88345"/>
                  <a:pt x="79409" y="80782"/>
                  <a:pt x="80714" y="68552"/>
                </a:cubicBezTo>
                <a:cubicBezTo>
                  <a:pt x="81838" y="58017"/>
                  <a:pt x="91697" y="53464"/>
                  <a:pt x="98317" y="52102"/>
                </a:cubicBezTo>
                <a:lnTo>
                  <a:pt x="118986" y="48816"/>
                </a:lnTo>
                <a:cubicBezTo>
                  <a:pt x="118986" y="43682"/>
                  <a:pt x="116224" y="39710"/>
                  <a:pt x="108851" y="39234"/>
                </a:cubicBezTo>
                <a:cubicBezTo>
                  <a:pt x="101479" y="38758"/>
                  <a:pt x="97326" y="42139"/>
                  <a:pt x="93887" y="48921"/>
                </a:cubicBezTo>
                <a:lnTo>
                  <a:pt x="83181" y="43158"/>
                </a:lnTo>
                <a:cubicBezTo>
                  <a:pt x="94783" y="18098"/>
                  <a:pt x="131083" y="26356"/>
                  <a:pt x="131083" y="47101"/>
                </a:cubicBezTo>
                <a:lnTo>
                  <a:pt x="131083" y="87173"/>
                </a:lnTo>
                <a:close/>
                <a:moveTo>
                  <a:pt x="118986" y="59941"/>
                </a:moveTo>
                <a:lnTo>
                  <a:pt x="101688" y="62770"/>
                </a:lnTo>
                <a:cubicBezTo>
                  <a:pt x="97450" y="63789"/>
                  <a:pt x="92592" y="66037"/>
                  <a:pt x="93059" y="71324"/>
                </a:cubicBezTo>
                <a:cubicBezTo>
                  <a:pt x="93649" y="77934"/>
                  <a:pt x="105594" y="78610"/>
                  <a:pt x="111185" y="75086"/>
                </a:cubicBezTo>
                <a:cubicBezTo>
                  <a:pt x="118395" y="70533"/>
                  <a:pt x="119043" y="63713"/>
                  <a:pt x="118986" y="59941"/>
                </a:cubicBezTo>
                <a:close/>
                <a:moveTo>
                  <a:pt x="811091" y="87183"/>
                </a:moveTo>
                <a:lnTo>
                  <a:pt x="798995" y="87183"/>
                </a:lnTo>
                <a:lnTo>
                  <a:pt x="798995" y="82544"/>
                </a:lnTo>
                <a:cubicBezTo>
                  <a:pt x="796366" y="84459"/>
                  <a:pt x="790765" y="88345"/>
                  <a:pt x="781078" y="88345"/>
                </a:cubicBezTo>
                <a:cubicBezTo>
                  <a:pt x="769629" y="88345"/>
                  <a:pt x="759418" y="80782"/>
                  <a:pt x="760723" y="68552"/>
                </a:cubicBezTo>
                <a:cubicBezTo>
                  <a:pt x="761847" y="58017"/>
                  <a:pt x="771705" y="53464"/>
                  <a:pt x="778325" y="52102"/>
                </a:cubicBezTo>
                <a:lnTo>
                  <a:pt x="798995" y="48816"/>
                </a:lnTo>
                <a:cubicBezTo>
                  <a:pt x="798995" y="43682"/>
                  <a:pt x="796232" y="39710"/>
                  <a:pt x="788860" y="39234"/>
                </a:cubicBezTo>
                <a:cubicBezTo>
                  <a:pt x="781488" y="38758"/>
                  <a:pt x="777335" y="42139"/>
                  <a:pt x="773896" y="48921"/>
                </a:cubicBezTo>
                <a:lnTo>
                  <a:pt x="763190" y="43158"/>
                </a:lnTo>
                <a:cubicBezTo>
                  <a:pt x="774792" y="18098"/>
                  <a:pt x="811091" y="26356"/>
                  <a:pt x="811091" y="47101"/>
                </a:cubicBezTo>
                <a:lnTo>
                  <a:pt x="811091" y="87173"/>
                </a:lnTo>
                <a:close/>
                <a:moveTo>
                  <a:pt x="798995" y="59941"/>
                </a:moveTo>
                <a:lnTo>
                  <a:pt x="798985" y="59941"/>
                </a:lnTo>
                <a:lnTo>
                  <a:pt x="781688" y="62770"/>
                </a:lnTo>
                <a:cubicBezTo>
                  <a:pt x="777449" y="63789"/>
                  <a:pt x="772591" y="66037"/>
                  <a:pt x="773058" y="71324"/>
                </a:cubicBezTo>
                <a:cubicBezTo>
                  <a:pt x="773649" y="77934"/>
                  <a:pt x="785593" y="78610"/>
                  <a:pt x="791184" y="75086"/>
                </a:cubicBezTo>
                <a:cubicBezTo>
                  <a:pt x="798404" y="70533"/>
                  <a:pt x="799052" y="63713"/>
                  <a:pt x="798995" y="59941"/>
                </a:cubicBezTo>
                <a:close/>
                <a:moveTo>
                  <a:pt x="905789" y="87183"/>
                </a:moveTo>
                <a:lnTo>
                  <a:pt x="893921" y="87183"/>
                </a:lnTo>
                <a:lnTo>
                  <a:pt x="893921" y="6696"/>
                </a:lnTo>
                <a:lnTo>
                  <a:pt x="905789" y="6696"/>
                </a:lnTo>
                <a:lnTo>
                  <a:pt x="905789" y="53321"/>
                </a:lnTo>
                <a:lnTo>
                  <a:pt x="931316" y="28947"/>
                </a:lnTo>
                <a:lnTo>
                  <a:pt x="947870" y="28947"/>
                </a:lnTo>
                <a:lnTo>
                  <a:pt x="922791" y="53093"/>
                </a:lnTo>
                <a:lnTo>
                  <a:pt x="948651" y="87173"/>
                </a:lnTo>
                <a:lnTo>
                  <a:pt x="933830" y="87173"/>
                </a:lnTo>
                <a:lnTo>
                  <a:pt x="914047" y="61389"/>
                </a:lnTo>
                <a:lnTo>
                  <a:pt x="905789" y="69428"/>
                </a:lnTo>
                <a:lnTo>
                  <a:pt x="905789" y="87173"/>
                </a:lnTo>
                <a:close/>
                <a:moveTo>
                  <a:pt x="963444" y="28947"/>
                </a:moveTo>
                <a:lnTo>
                  <a:pt x="951490" y="28947"/>
                </a:lnTo>
                <a:lnTo>
                  <a:pt x="951490" y="87173"/>
                </a:lnTo>
                <a:lnTo>
                  <a:pt x="963444" y="87173"/>
                </a:lnTo>
                <a:close/>
                <a:moveTo>
                  <a:pt x="399564" y="28947"/>
                </a:moveTo>
                <a:lnTo>
                  <a:pt x="387610" y="28947"/>
                </a:lnTo>
                <a:lnTo>
                  <a:pt x="387610" y="87173"/>
                </a:lnTo>
                <a:lnTo>
                  <a:pt x="399564" y="87173"/>
                </a:lnTo>
                <a:close/>
                <a:moveTo>
                  <a:pt x="452751" y="87173"/>
                </a:moveTo>
                <a:lnTo>
                  <a:pt x="452751" y="6677"/>
                </a:lnTo>
                <a:lnTo>
                  <a:pt x="464705" y="6677"/>
                </a:lnTo>
                <a:lnTo>
                  <a:pt x="464705" y="32347"/>
                </a:lnTo>
                <a:cubicBezTo>
                  <a:pt x="468144" y="29052"/>
                  <a:pt x="474230" y="27728"/>
                  <a:pt x="478707" y="27728"/>
                </a:cubicBezTo>
                <a:cubicBezTo>
                  <a:pt x="492537" y="27728"/>
                  <a:pt x="502300" y="38034"/>
                  <a:pt x="502110" y="51045"/>
                </a:cubicBezTo>
                <a:lnTo>
                  <a:pt x="502110" y="87164"/>
                </a:lnTo>
                <a:lnTo>
                  <a:pt x="490013" y="87164"/>
                </a:lnTo>
                <a:lnTo>
                  <a:pt x="490013" y="52112"/>
                </a:lnTo>
                <a:cubicBezTo>
                  <a:pt x="490013" y="48225"/>
                  <a:pt x="487975" y="39358"/>
                  <a:pt x="477488" y="39358"/>
                </a:cubicBezTo>
                <a:cubicBezTo>
                  <a:pt x="468268" y="39358"/>
                  <a:pt x="464705" y="46559"/>
                  <a:pt x="464705" y="52112"/>
                </a:cubicBezTo>
                <a:lnTo>
                  <a:pt x="464705" y="87173"/>
                </a:lnTo>
                <a:close/>
                <a:moveTo>
                  <a:pt x="407412" y="40558"/>
                </a:moveTo>
                <a:lnTo>
                  <a:pt x="407412" y="28985"/>
                </a:lnTo>
                <a:lnTo>
                  <a:pt x="413327" y="28985"/>
                </a:lnTo>
                <a:cubicBezTo>
                  <a:pt x="414464" y="28985"/>
                  <a:pt x="415555" y="28533"/>
                  <a:pt x="416358" y="27729"/>
                </a:cubicBezTo>
                <a:cubicBezTo>
                  <a:pt x="417162" y="26926"/>
                  <a:pt x="417614" y="25835"/>
                  <a:pt x="417614" y="24699"/>
                </a:cubicBezTo>
                <a:lnTo>
                  <a:pt x="417614" y="16555"/>
                </a:lnTo>
                <a:lnTo>
                  <a:pt x="429529" y="16555"/>
                </a:lnTo>
                <a:lnTo>
                  <a:pt x="429529" y="28985"/>
                </a:lnTo>
                <a:lnTo>
                  <a:pt x="441998" y="28985"/>
                </a:lnTo>
                <a:lnTo>
                  <a:pt x="441998" y="40558"/>
                </a:lnTo>
                <a:lnTo>
                  <a:pt x="429529" y="40558"/>
                </a:lnTo>
                <a:lnTo>
                  <a:pt x="429529" y="70171"/>
                </a:lnTo>
                <a:cubicBezTo>
                  <a:pt x="429529" y="72962"/>
                  <a:pt x="430530" y="76496"/>
                  <a:pt x="435702" y="76496"/>
                </a:cubicBezTo>
                <a:cubicBezTo>
                  <a:pt x="439178" y="76496"/>
                  <a:pt x="440759" y="76162"/>
                  <a:pt x="442712" y="75829"/>
                </a:cubicBezTo>
                <a:lnTo>
                  <a:pt x="442712" y="86659"/>
                </a:lnTo>
                <a:cubicBezTo>
                  <a:pt x="442712" y="86659"/>
                  <a:pt x="439273" y="87735"/>
                  <a:pt x="434549" y="87735"/>
                </a:cubicBezTo>
                <a:cubicBezTo>
                  <a:pt x="421233" y="87735"/>
                  <a:pt x="417623" y="77724"/>
                  <a:pt x="417623" y="70704"/>
                </a:cubicBezTo>
                <a:lnTo>
                  <a:pt x="417623" y="40558"/>
                </a:lnTo>
                <a:lnTo>
                  <a:pt x="407422" y="40558"/>
                </a:lnTo>
                <a:close/>
                <a:moveTo>
                  <a:pt x="309829" y="28985"/>
                </a:moveTo>
                <a:lnTo>
                  <a:pt x="296551" y="28985"/>
                </a:lnTo>
                <a:lnTo>
                  <a:pt x="317420" y="87145"/>
                </a:lnTo>
                <a:lnTo>
                  <a:pt x="328136" y="87145"/>
                </a:lnTo>
                <a:lnTo>
                  <a:pt x="339890" y="49826"/>
                </a:lnTo>
                <a:lnTo>
                  <a:pt x="351682" y="87145"/>
                </a:lnTo>
                <a:lnTo>
                  <a:pt x="362435" y="87145"/>
                </a:lnTo>
                <a:lnTo>
                  <a:pt x="383276" y="28985"/>
                </a:lnTo>
                <a:lnTo>
                  <a:pt x="370103" y="28985"/>
                </a:lnTo>
                <a:lnTo>
                  <a:pt x="357158" y="66418"/>
                </a:lnTo>
                <a:lnTo>
                  <a:pt x="345195" y="28985"/>
                </a:lnTo>
                <a:lnTo>
                  <a:pt x="334489" y="28985"/>
                </a:lnTo>
                <a:lnTo>
                  <a:pt x="322659" y="66675"/>
                </a:lnTo>
                <a:lnTo>
                  <a:pt x="309819" y="28985"/>
                </a:lnTo>
                <a:close/>
                <a:moveTo>
                  <a:pt x="211569" y="58531"/>
                </a:moveTo>
                <a:cubicBezTo>
                  <a:pt x="211378" y="73448"/>
                  <a:pt x="222875" y="88335"/>
                  <a:pt x="242268" y="88335"/>
                </a:cubicBezTo>
                <a:cubicBezTo>
                  <a:pt x="257184" y="88335"/>
                  <a:pt x="264966" y="79591"/>
                  <a:pt x="268309" y="71962"/>
                </a:cubicBezTo>
                <a:lnTo>
                  <a:pt x="258813" y="66713"/>
                </a:lnTo>
                <a:cubicBezTo>
                  <a:pt x="255812" y="70514"/>
                  <a:pt x="251183" y="77134"/>
                  <a:pt x="242258" y="77134"/>
                </a:cubicBezTo>
                <a:cubicBezTo>
                  <a:pt x="231352" y="77134"/>
                  <a:pt x="224875" y="69695"/>
                  <a:pt x="224247" y="62656"/>
                </a:cubicBezTo>
                <a:lnTo>
                  <a:pt x="268300" y="62656"/>
                </a:lnTo>
                <a:cubicBezTo>
                  <a:pt x="269005" y="59951"/>
                  <a:pt x="269709" y="53178"/>
                  <a:pt x="268014" y="47806"/>
                </a:cubicBezTo>
                <a:cubicBezTo>
                  <a:pt x="264814" y="37672"/>
                  <a:pt x="256384" y="27785"/>
                  <a:pt x="240972" y="27785"/>
                </a:cubicBezTo>
                <a:cubicBezTo>
                  <a:pt x="225561" y="27785"/>
                  <a:pt x="211559" y="38758"/>
                  <a:pt x="211559" y="58522"/>
                </a:cubicBezTo>
                <a:close/>
                <a:moveTo>
                  <a:pt x="224551" y="51388"/>
                </a:moveTo>
                <a:cubicBezTo>
                  <a:pt x="226630" y="44067"/>
                  <a:pt x="233371" y="38983"/>
                  <a:pt x="240982" y="38996"/>
                </a:cubicBezTo>
                <a:cubicBezTo>
                  <a:pt x="251050" y="38996"/>
                  <a:pt x="255917" y="47292"/>
                  <a:pt x="256441" y="51388"/>
                </a:cubicBezTo>
                <a:close/>
                <a:moveTo>
                  <a:pt x="141131" y="58531"/>
                </a:moveTo>
                <a:cubicBezTo>
                  <a:pt x="141493" y="75276"/>
                  <a:pt x="153295" y="88373"/>
                  <a:pt x="171088" y="88373"/>
                </a:cubicBezTo>
                <a:cubicBezTo>
                  <a:pt x="181317" y="88373"/>
                  <a:pt x="187499" y="83830"/>
                  <a:pt x="189766" y="81972"/>
                </a:cubicBezTo>
                <a:lnTo>
                  <a:pt x="189766" y="87183"/>
                </a:lnTo>
                <a:lnTo>
                  <a:pt x="201596" y="87183"/>
                </a:lnTo>
                <a:lnTo>
                  <a:pt x="201596" y="6735"/>
                </a:lnTo>
                <a:lnTo>
                  <a:pt x="189614" y="6735"/>
                </a:lnTo>
                <a:lnTo>
                  <a:pt x="189614" y="34243"/>
                </a:lnTo>
                <a:cubicBezTo>
                  <a:pt x="185670" y="30814"/>
                  <a:pt x="179498" y="27766"/>
                  <a:pt x="171230" y="27766"/>
                </a:cubicBezTo>
                <a:cubicBezTo>
                  <a:pt x="153038" y="27766"/>
                  <a:pt x="140769" y="41796"/>
                  <a:pt x="141131" y="58531"/>
                </a:cubicBezTo>
                <a:close/>
                <a:moveTo>
                  <a:pt x="153600" y="57769"/>
                </a:moveTo>
                <a:lnTo>
                  <a:pt x="153590" y="57769"/>
                </a:lnTo>
                <a:cubicBezTo>
                  <a:pt x="153590" y="47121"/>
                  <a:pt x="161629" y="39520"/>
                  <a:pt x="170783" y="39520"/>
                </a:cubicBezTo>
                <a:cubicBezTo>
                  <a:pt x="179936" y="39520"/>
                  <a:pt x="189566" y="45416"/>
                  <a:pt x="189566" y="58474"/>
                </a:cubicBezTo>
                <a:cubicBezTo>
                  <a:pt x="189631" y="63362"/>
                  <a:pt x="187692" y="68069"/>
                  <a:pt x="184204" y="71492"/>
                </a:cubicBezTo>
                <a:cubicBezTo>
                  <a:pt x="180715" y="74916"/>
                  <a:pt x="175973" y="76766"/>
                  <a:pt x="171088" y="76610"/>
                </a:cubicBezTo>
                <a:cubicBezTo>
                  <a:pt x="160486" y="76610"/>
                  <a:pt x="153600" y="68428"/>
                  <a:pt x="153600" y="57769"/>
                </a:cubicBezTo>
                <a:close/>
                <a:moveTo>
                  <a:pt x="884005" y="57503"/>
                </a:moveTo>
                <a:cubicBezTo>
                  <a:pt x="883643" y="40758"/>
                  <a:pt x="871842" y="27661"/>
                  <a:pt x="854049" y="27661"/>
                </a:cubicBezTo>
                <a:cubicBezTo>
                  <a:pt x="843819" y="27661"/>
                  <a:pt x="837638" y="32204"/>
                  <a:pt x="835371" y="34062"/>
                </a:cubicBezTo>
                <a:lnTo>
                  <a:pt x="835371" y="28852"/>
                </a:lnTo>
                <a:lnTo>
                  <a:pt x="823541" y="28852"/>
                </a:lnTo>
                <a:lnTo>
                  <a:pt x="823541" y="107147"/>
                </a:lnTo>
                <a:lnTo>
                  <a:pt x="835523" y="107147"/>
                </a:lnTo>
                <a:lnTo>
                  <a:pt x="835523" y="81792"/>
                </a:lnTo>
                <a:cubicBezTo>
                  <a:pt x="839466" y="85221"/>
                  <a:pt x="845648" y="88269"/>
                  <a:pt x="853906" y="88269"/>
                </a:cubicBezTo>
                <a:cubicBezTo>
                  <a:pt x="872099" y="88269"/>
                  <a:pt x="884367" y="74238"/>
                  <a:pt x="884005" y="57503"/>
                </a:cubicBezTo>
                <a:close/>
                <a:moveTo>
                  <a:pt x="871537" y="58265"/>
                </a:moveTo>
                <a:cubicBezTo>
                  <a:pt x="871537" y="68914"/>
                  <a:pt x="863507" y="76515"/>
                  <a:pt x="854354" y="76515"/>
                </a:cubicBezTo>
                <a:cubicBezTo>
                  <a:pt x="845200" y="76515"/>
                  <a:pt x="835571" y="70619"/>
                  <a:pt x="835571" y="57560"/>
                </a:cubicBezTo>
                <a:cubicBezTo>
                  <a:pt x="835506" y="52673"/>
                  <a:pt x="837445" y="47966"/>
                  <a:pt x="840933" y="44542"/>
                </a:cubicBezTo>
                <a:cubicBezTo>
                  <a:pt x="844421" y="41118"/>
                  <a:pt x="849164" y="39268"/>
                  <a:pt x="854049" y="39424"/>
                </a:cubicBezTo>
                <a:cubicBezTo>
                  <a:pt x="864650" y="39424"/>
                  <a:pt x="871537" y="47606"/>
                  <a:pt x="871537" y="58265"/>
                </a:cubicBezTo>
                <a:close/>
                <a:moveTo>
                  <a:pt x="975750" y="87411"/>
                </a:moveTo>
                <a:lnTo>
                  <a:pt x="975750" y="28956"/>
                </a:lnTo>
                <a:lnTo>
                  <a:pt x="987694" y="28956"/>
                </a:lnTo>
                <a:lnTo>
                  <a:pt x="987694" y="32595"/>
                </a:lnTo>
                <a:cubicBezTo>
                  <a:pt x="991133" y="29299"/>
                  <a:pt x="997219" y="27975"/>
                  <a:pt x="1001696" y="27975"/>
                </a:cubicBezTo>
                <a:cubicBezTo>
                  <a:pt x="1015526" y="27975"/>
                  <a:pt x="1025290" y="38281"/>
                  <a:pt x="1025099" y="51292"/>
                </a:cubicBezTo>
                <a:lnTo>
                  <a:pt x="1025099" y="87411"/>
                </a:lnTo>
                <a:lnTo>
                  <a:pt x="1013002" y="87411"/>
                </a:lnTo>
                <a:lnTo>
                  <a:pt x="1013002" y="52350"/>
                </a:lnTo>
                <a:cubicBezTo>
                  <a:pt x="1013002" y="48464"/>
                  <a:pt x="1010964" y="39596"/>
                  <a:pt x="1000477" y="39596"/>
                </a:cubicBezTo>
                <a:cubicBezTo>
                  <a:pt x="991247" y="39596"/>
                  <a:pt x="987694" y="46797"/>
                  <a:pt x="987694" y="52350"/>
                </a:cubicBezTo>
                <a:lnTo>
                  <a:pt x="987694" y="87411"/>
                </a:lnTo>
                <a:close/>
                <a:moveTo>
                  <a:pt x="686352" y="87211"/>
                </a:moveTo>
                <a:lnTo>
                  <a:pt x="686352" y="7887"/>
                </a:lnTo>
                <a:lnTo>
                  <a:pt x="696677" y="7887"/>
                </a:lnTo>
                <a:lnTo>
                  <a:pt x="736825" y="62913"/>
                </a:lnTo>
                <a:lnTo>
                  <a:pt x="736825" y="7887"/>
                </a:lnTo>
                <a:lnTo>
                  <a:pt x="749398" y="7887"/>
                </a:lnTo>
                <a:lnTo>
                  <a:pt x="749398" y="87211"/>
                </a:lnTo>
                <a:lnTo>
                  <a:pt x="738978" y="87211"/>
                </a:lnTo>
                <a:lnTo>
                  <a:pt x="698906" y="32004"/>
                </a:lnTo>
                <a:lnTo>
                  <a:pt x="698906" y="87211"/>
                </a:lnTo>
                <a:lnTo>
                  <a:pt x="686342" y="87211"/>
                </a:lnTo>
                <a:close/>
                <a:moveTo>
                  <a:pt x="11811" y="87183"/>
                </a:moveTo>
                <a:lnTo>
                  <a:pt x="0" y="87183"/>
                </a:lnTo>
                <a:lnTo>
                  <a:pt x="0" y="13154"/>
                </a:lnTo>
                <a:lnTo>
                  <a:pt x="9658" y="13154"/>
                </a:lnTo>
                <a:lnTo>
                  <a:pt x="35032" y="47416"/>
                </a:lnTo>
                <a:lnTo>
                  <a:pt x="60312" y="13202"/>
                </a:lnTo>
                <a:lnTo>
                  <a:pt x="70123" y="13202"/>
                </a:lnTo>
                <a:lnTo>
                  <a:pt x="70123" y="87173"/>
                </a:lnTo>
                <a:lnTo>
                  <a:pt x="58159" y="87173"/>
                </a:lnTo>
                <a:lnTo>
                  <a:pt x="58159" y="35871"/>
                </a:lnTo>
                <a:lnTo>
                  <a:pt x="35032" y="67361"/>
                </a:lnTo>
                <a:lnTo>
                  <a:pt x="11811" y="35681"/>
                </a:lnTo>
                <a:close/>
              </a:path>
            </a:pathLst>
          </a:custGeom>
          <a:solidFill>
            <a:srgbClr val="5E8D76">
              <a:alpha val="53333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81856" y="2273668"/>
            <a:ext cx="996419" cy="237629"/>
          </a:xfrm>
          <a:custGeom>
            <a:avLst/>
            <a:gdLst/>
            <a:ahLst/>
            <a:cxnLst/>
            <a:rect l="0" t="0" r="0" b="0"/>
            <a:pathLst>
              <a:path w="996419" h="237629">
                <a:moveTo>
                  <a:pt x="0" y="131368"/>
                </a:moveTo>
                <a:cubicBezTo>
                  <a:pt x="0" y="190052"/>
                  <a:pt x="47577" y="237629"/>
                  <a:pt x="106251" y="237629"/>
                </a:cubicBezTo>
                <a:lnTo>
                  <a:pt x="890158" y="237629"/>
                </a:lnTo>
                <a:cubicBezTo>
                  <a:pt x="948842" y="237629"/>
                  <a:pt x="996419" y="190052"/>
                  <a:pt x="996419" y="131368"/>
                </a:cubicBezTo>
                <a:lnTo>
                  <a:pt x="996419" y="106251"/>
                </a:lnTo>
                <a:cubicBezTo>
                  <a:pt x="996419" y="47567"/>
                  <a:pt x="948842" y="0"/>
                  <a:pt x="890158" y="0"/>
                </a:cubicBezTo>
                <a:lnTo>
                  <a:pt x="106251" y="0"/>
                </a:lnTo>
                <a:cubicBezTo>
                  <a:pt x="47577" y="0"/>
                  <a:pt x="0" y="47567"/>
                  <a:pt x="0" y="106251"/>
                </a:cubicBezTo>
                <a:lnTo>
                  <a:pt x="0" y="131368"/>
                </a:ln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81856" y="2273667"/>
            <a:ext cx="996415" cy="237627"/>
          </a:xfrm>
          <a:custGeom>
            <a:avLst/>
            <a:gdLst/>
            <a:ahLst/>
            <a:cxnLst/>
            <a:rect l="0" t="0" r="0" b="0"/>
            <a:pathLst>
              <a:path w="996415" h="237627">
                <a:moveTo>
                  <a:pt x="106255" y="0"/>
                </a:moveTo>
                <a:cubicBezTo>
                  <a:pt x="47572" y="0"/>
                  <a:pt x="0" y="47572"/>
                  <a:pt x="0" y="106255"/>
                </a:cubicBezTo>
                <a:moveTo>
                  <a:pt x="890159" y="0"/>
                </a:moveTo>
                <a:lnTo>
                  <a:pt x="106255" y="0"/>
                </a:lnTo>
                <a:moveTo>
                  <a:pt x="996415" y="131371"/>
                </a:moveTo>
                <a:cubicBezTo>
                  <a:pt x="996415" y="190054"/>
                  <a:pt x="948843" y="237627"/>
                  <a:pt x="890159" y="237627"/>
                </a:cubicBezTo>
                <a:moveTo>
                  <a:pt x="890159" y="0"/>
                </a:moveTo>
                <a:cubicBezTo>
                  <a:pt x="948843" y="0"/>
                  <a:pt x="996415" y="47572"/>
                  <a:pt x="996415" y="106255"/>
                </a:cubicBezTo>
                <a:moveTo>
                  <a:pt x="0" y="131371"/>
                </a:moveTo>
                <a:lnTo>
                  <a:pt x="0" y="106255"/>
                </a:lnTo>
                <a:moveTo>
                  <a:pt x="996415" y="131371"/>
                </a:moveTo>
                <a:lnTo>
                  <a:pt x="996415" y="106255"/>
                </a:lnTo>
                <a:moveTo>
                  <a:pt x="106255" y="237627"/>
                </a:moveTo>
                <a:lnTo>
                  <a:pt x="890159" y="237627"/>
                </a:lnTo>
                <a:moveTo>
                  <a:pt x="106255" y="237627"/>
                </a:moveTo>
                <a:cubicBezTo>
                  <a:pt x="47572" y="237627"/>
                  <a:pt x="0" y="190054"/>
                  <a:pt x="0" y="131371"/>
                </a:cubicBezTo>
              </a:path>
            </a:pathLst>
          </a:custGeom>
          <a:noFill/>
          <a:ln w="7243">
            <a:solidFill>
              <a:srgbClr val="F3F7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03912" y="2627209"/>
            <a:ext cx="1174356" cy="237629"/>
          </a:xfrm>
          <a:custGeom>
            <a:avLst/>
            <a:gdLst/>
            <a:ahLst/>
            <a:cxnLst/>
            <a:rect l="0" t="0" r="0" b="0"/>
            <a:pathLst>
              <a:path w="1174356" h="237629">
                <a:moveTo>
                  <a:pt x="0" y="131368"/>
                </a:moveTo>
                <a:cubicBezTo>
                  <a:pt x="0" y="190052"/>
                  <a:pt x="47577" y="237629"/>
                  <a:pt x="106251" y="237629"/>
                </a:cubicBezTo>
                <a:lnTo>
                  <a:pt x="1068104" y="237629"/>
                </a:lnTo>
                <a:cubicBezTo>
                  <a:pt x="1126788" y="237629"/>
                  <a:pt x="1174356" y="190052"/>
                  <a:pt x="1174356" y="131368"/>
                </a:cubicBezTo>
                <a:lnTo>
                  <a:pt x="1174356" y="106251"/>
                </a:lnTo>
                <a:cubicBezTo>
                  <a:pt x="1174356" y="47567"/>
                  <a:pt x="1126788" y="0"/>
                  <a:pt x="1068104" y="0"/>
                </a:cubicBezTo>
                <a:lnTo>
                  <a:pt x="106251" y="0"/>
                </a:lnTo>
                <a:cubicBezTo>
                  <a:pt x="47577" y="0"/>
                  <a:pt x="0" y="47567"/>
                  <a:pt x="0" y="106251"/>
                </a:cubicBezTo>
                <a:lnTo>
                  <a:pt x="0" y="131368"/>
                </a:ln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03913" y="2627208"/>
            <a:ext cx="1174359" cy="237626"/>
          </a:xfrm>
          <a:custGeom>
            <a:avLst/>
            <a:gdLst/>
            <a:ahLst/>
            <a:cxnLst/>
            <a:rect l="0" t="0" r="0" b="0"/>
            <a:pathLst>
              <a:path w="1174359" h="237626">
                <a:moveTo>
                  <a:pt x="106255" y="0"/>
                </a:moveTo>
                <a:cubicBezTo>
                  <a:pt x="47572" y="0"/>
                  <a:pt x="0" y="47572"/>
                  <a:pt x="0" y="106255"/>
                </a:cubicBezTo>
                <a:moveTo>
                  <a:pt x="1068103" y="0"/>
                </a:moveTo>
                <a:lnTo>
                  <a:pt x="106255" y="0"/>
                </a:lnTo>
                <a:moveTo>
                  <a:pt x="1174359" y="131370"/>
                </a:moveTo>
                <a:cubicBezTo>
                  <a:pt x="1174359" y="190054"/>
                  <a:pt x="1126786" y="237626"/>
                  <a:pt x="1068103" y="237626"/>
                </a:cubicBezTo>
                <a:moveTo>
                  <a:pt x="1068103" y="0"/>
                </a:moveTo>
                <a:cubicBezTo>
                  <a:pt x="1126786" y="0"/>
                  <a:pt x="1174359" y="47572"/>
                  <a:pt x="1174359" y="106255"/>
                </a:cubicBezTo>
                <a:moveTo>
                  <a:pt x="0" y="131370"/>
                </a:moveTo>
                <a:lnTo>
                  <a:pt x="0" y="106255"/>
                </a:lnTo>
                <a:moveTo>
                  <a:pt x="1174359" y="131370"/>
                </a:moveTo>
                <a:lnTo>
                  <a:pt x="1174359" y="106255"/>
                </a:lnTo>
                <a:moveTo>
                  <a:pt x="106255" y="237626"/>
                </a:moveTo>
                <a:lnTo>
                  <a:pt x="1068103" y="237626"/>
                </a:lnTo>
                <a:moveTo>
                  <a:pt x="106255" y="237626"/>
                </a:moveTo>
                <a:cubicBezTo>
                  <a:pt x="47572" y="237626"/>
                  <a:pt x="0" y="190054"/>
                  <a:pt x="0" y="131370"/>
                </a:cubicBezTo>
              </a:path>
            </a:pathLst>
          </a:custGeom>
          <a:noFill/>
          <a:ln w="7243">
            <a:solidFill>
              <a:srgbClr val="F3F7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226019" y="2403104"/>
            <a:ext cx="793375" cy="332289"/>
          </a:xfrm>
          <a:custGeom>
            <a:avLst/>
            <a:gdLst/>
            <a:ahLst/>
            <a:cxnLst/>
            <a:rect l="0" t="0" r="0" b="0"/>
            <a:pathLst>
              <a:path w="793375" h="332289">
                <a:moveTo>
                  <a:pt x="0" y="187394"/>
                </a:moveTo>
                <a:cubicBezTo>
                  <a:pt x="0" y="267423"/>
                  <a:pt x="64874" y="332289"/>
                  <a:pt x="144894" y="332289"/>
                </a:cubicBezTo>
                <a:lnTo>
                  <a:pt x="648481" y="332289"/>
                </a:lnTo>
                <a:cubicBezTo>
                  <a:pt x="728500" y="332289"/>
                  <a:pt x="793375" y="267423"/>
                  <a:pt x="793375" y="187394"/>
                </a:cubicBezTo>
                <a:lnTo>
                  <a:pt x="793375" y="144894"/>
                </a:lnTo>
                <a:cubicBezTo>
                  <a:pt x="793375" y="64874"/>
                  <a:pt x="728500" y="0"/>
                  <a:pt x="648481" y="0"/>
                </a:cubicBezTo>
                <a:lnTo>
                  <a:pt x="144894" y="0"/>
                </a:lnTo>
                <a:cubicBezTo>
                  <a:pt x="64874" y="0"/>
                  <a:pt x="0" y="64874"/>
                  <a:pt x="0" y="144894"/>
                </a:cubicBezTo>
                <a:lnTo>
                  <a:pt x="0" y="187394"/>
                </a:ln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226019" y="2403104"/>
            <a:ext cx="793371" cy="332291"/>
          </a:xfrm>
          <a:custGeom>
            <a:avLst/>
            <a:gdLst/>
            <a:ahLst/>
            <a:cxnLst/>
            <a:rect l="0" t="0" r="0" b="0"/>
            <a:pathLst>
              <a:path w="793371" h="332291">
                <a:moveTo>
                  <a:pt x="144894" y="0"/>
                </a:moveTo>
                <a:cubicBezTo>
                  <a:pt x="64871" y="0"/>
                  <a:pt x="0" y="64871"/>
                  <a:pt x="0" y="144894"/>
                </a:cubicBezTo>
                <a:moveTo>
                  <a:pt x="648476" y="0"/>
                </a:moveTo>
                <a:lnTo>
                  <a:pt x="144894" y="0"/>
                </a:lnTo>
                <a:moveTo>
                  <a:pt x="793371" y="187396"/>
                </a:moveTo>
                <a:cubicBezTo>
                  <a:pt x="793371" y="267420"/>
                  <a:pt x="728499" y="332291"/>
                  <a:pt x="648476" y="332291"/>
                </a:cubicBezTo>
                <a:moveTo>
                  <a:pt x="648476" y="0"/>
                </a:moveTo>
                <a:cubicBezTo>
                  <a:pt x="728499" y="0"/>
                  <a:pt x="793371" y="64871"/>
                  <a:pt x="793371" y="144894"/>
                </a:cubicBezTo>
                <a:moveTo>
                  <a:pt x="0" y="187396"/>
                </a:moveTo>
                <a:lnTo>
                  <a:pt x="0" y="144894"/>
                </a:lnTo>
                <a:moveTo>
                  <a:pt x="793371" y="187396"/>
                </a:moveTo>
                <a:lnTo>
                  <a:pt x="793371" y="144894"/>
                </a:lnTo>
                <a:moveTo>
                  <a:pt x="144894" y="332291"/>
                </a:moveTo>
                <a:lnTo>
                  <a:pt x="648476" y="332291"/>
                </a:lnTo>
                <a:moveTo>
                  <a:pt x="144894" y="332291"/>
                </a:moveTo>
                <a:cubicBezTo>
                  <a:pt x="64871" y="332291"/>
                  <a:pt x="0" y="267420"/>
                  <a:pt x="0" y="187396"/>
                </a:cubicBezTo>
              </a:path>
            </a:pathLst>
          </a:custGeom>
          <a:noFill/>
          <a:ln w="7243">
            <a:solidFill>
              <a:srgbClr val="F3F7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95162" y="3328496"/>
            <a:ext cx="953757" cy="359359"/>
          </a:xfrm>
          <a:custGeom>
            <a:avLst/>
            <a:gdLst/>
            <a:ahLst/>
            <a:cxnLst/>
            <a:rect l="0" t="0" r="0" b="0"/>
            <a:pathLst>
              <a:path w="953757" h="359359">
                <a:moveTo>
                  <a:pt x="0" y="253098"/>
                </a:moveTo>
                <a:cubicBezTo>
                  <a:pt x="0" y="311781"/>
                  <a:pt x="47577" y="359359"/>
                  <a:pt x="106251" y="359359"/>
                </a:cubicBezTo>
                <a:lnTo>
                  <a:pt x="847505" y="359359"/>
                </a:lnTo>
                <a:cubicBezTo>
                  <a:pt x="906189" y="359359"/>
                  <a:pt x="953757" y="311781"/>
                  <a:pt x="953757" y="253098"/>
                </a:cubicBezTo>
                <a:lnTo>
                  <a:pt x="953757" y="106260"/>
                </a:lnTo>
                <a:cubicBezTo>
                  <a:pt x="953757" y="47577"/>
                  <a:pt x="906189" y="0"/>
                  <a:pt x="847505" y="0"/>
                </a:cubicBezTo>
                <a:lnTo>
                  <a:pt x="106251" y="0"/>
                </a:lnTo>
                <a:cubicBezTo>
                  <a:pt x="47577" y="0"/>
                  <a:pt x="0" y="47577"/>
                  <a:pt x="0" y="106260"/>
                </a:cubicBezTo>
                <a:lnTo>
                  <a:pt x="0" y="253098"/>
                </a:ln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195162" y="3328498"/>
            <a:ext cx="953758" cy="359353"/>
          </a:xfrm>
          <a:custGeom>
            <a:avLst/>
            <a:gdLst/>
            <a:ahLst/>
            <a:cxnLst/>
            <a:rect l="0" t="0" r="0" b="0"/>
            <a:pathLst>
              <a:path w="953758" h="359353">
                <a:moveTo>
                  <a:pt x="106255" y="0"/>
                </a:moveTo>
                <a:cubicBezTo>
                  <a:pt x="47572" y="0"/>
                  <a:pt x="0" y="47572"/>
                  <a:pt x="0" y="106255"/>
                </a:cubicBezTo>
                <a:moveTo>
                  <a:pt x="847502" y="0"/>
                </a:moveTo>
                <a:lnTo>
                  <a:pt x="106255" y="0"/>
                </a:lnTo>
                <a:moveTo>
                  <a:pt x="953758" y="253097"/>
                </a:moveTo>
                <a:cubicBezTo>
                  <a:pt x="953758" y="311780"/>
                  <a:pt x="906185" y="359353"/>
                  <a:pt x="847502" y="359353"/>
                </a:cubicBezTo>
                <a:moveTo>
                  <a:pt x="847502" y="0"/>
                </a:moveTo>
                <a:cubicBezTo>
                  <a:pt x="906185" y="0"/>
                  <a:pt x="953758" y="47572"/>
                  <a:pt x="953758" y="106255"/>
                </a:cubicBezTo>
                <a:moveTo>
                  <a:pt x="0" y="253097"/>
                </a:moveTo>
                <a:lnTo>
                  <a:pt x="0" y="106255"/>
                </a:lnTo>
                <a:moveTo>
                  <a:pt x="953758" y="253097"/>
                </a:moveTo>
                <a:lnTo>
                  <a:pt x="953758" y="106255"/>
                </a:lnTo>
                <a:moveTo>
                  <a:pt x="106255" y="359353"/>
                </a:moveTo>
                <a:lnTo>
                  <a:pt x="847502" y="359353"/>
                </a:lnTo>
                <a:moveTo>
                  <a:pt x="106255" y="359353"/>
                </a:moveTo>
                <a:cubicBezTo>
                  <a:pt x="47572" y="359353"/>
                  <a:pt x="0" y="311780"/>
                  <a:pt x="0" y="253097"/>
                </a:cubicBezTo>
              </a:path>
            </a:pathLst>
          </a:custGeom>
          <a:noFill/>
          <a:ln w="7243">
            <a:solidFill>
              <a:srgbClr val="F3F7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7853" y="3803781"/>
            <a:ext cx="1251070" cy="237629"/>
          </a:xfrm>
          <a:custGeom>
            <a:avLst/>
            <a:gdLst/>
            <a:ahLst/>
            <a:cxnLst/>
            <a:rect l="0" t="0" r="0" b="0"/>
            <a:pathLst>
              <a:path w="1251070" h="237629">
                <a:moveTo>
                  <a:pt x="0" y="131368"/>
                </a:moveTo>
                <a:cubicBezTo>
                  <a:pt x="0" y="190052"/>
                  <a:pt x="47577" y="237629"/>
                  <a:pt x="106251" y="237629"/>
                </a:cubicBezTo>
                <a:lnTo>
                  <a:pt x="1144809" y="237629"/>
                </a:lnTo>
                <a:cubicBezTo>
                  <a:pt x="1203493" y="237629"/>
                  <a:pt x="1251070" y="190052"/>
                  <a:pt x="1251070" y="131368"/>
                </a:cubicBezTo>
                <a:lnTo>
                  <a:pt x="1251070" y="106251"/>
                </a:lnTo>
                <a:cubicBezTo>
                  <a:pt x="1251070" y="47567"/>
                  <a:pt x="1203493" y="0"/>
                  <a:pt x="1144809" y="0"/>
                </a:cubicBezTo>
                <a:lnTo>
                  <a:pt x="106251" y="0"/>
                </a:lnTo>
                <a:cubicBezTo>
                  <a:pt x="47577" y="0"/>
                  <a:pt x="0" y="47567"/>
                  <a:pt x="0" y="106251"/>
                </a:cubicBezTo>
                <a:lnTo>
                  <a:pt x="0" y="131368"/>
                </a:ln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7853" y="3803780"/>
            <a:ext cx="1251066" cy="237627"/>
          </a:xfrm>
          <a:custGeom>
            <a:avLst/>
            <a:gdLst/>
            <a:ahLst/>
            <a:cxnLst/>
            <a:rect l="0" t="0" r="0" b="0"/>
            <a:pathLst>
              <a:path w="1251066" h="237627">
                <a:moveTo>
                  <a:pt x="106255" y="0"/>
                </a:moveTo>
                <a:cubicBezTo>
                  <a:pt x="47572" y="0"/>
                  <a:pt x="0" y="47572"/>
                  <a:pt x="0" y="106255"/>
                </a:cubicBezTo>
                <a:moveTo>
                  <a:pt x="1144810" y="0"/>
                </a:moveTo>
                <a:lnTo>
                  <a:pt x="106255" y="0"/>
                </a:lnTo>
                <a:moveTo>
                  <a:pt x="1251066" y="131371"/>
                </a:moveTo>
                <a:cubicBezTo>
                  <a:pt x="1251066" y="190054"/>
                  <a:pt x="1203494" y="237627"/>
                  <a:pt x="1144810" y="237627"/>
                </a:cubicBezTo>
                <a:moveTo>
                  <a:pt x="1144810" y="0"/>
                </a:moveTo>
                <a:cubicBezTo>
                  <a:pt x="1203494" y="0"/>
                  <a:pt x="1251066" y="47572"/>
                  <a:pt x="1251066" y="106255"/>
                </a:cubicBezTo>
                <a:moveTo>
                  <a:pt x="0" y="131371"/>
                </a:moveTo>
                <a:lnTo>
                  <a:pt x="0" y="106255"/>
                </a:lnTo>
                <a:moveTo>
                  <a:pt x="1251066" y="131371"/>
                </a:moveTo>
                <a:lnTo>
                  <a:pt x="1251066" y="106255"/>
                </a:lnTo>
                <a:moveTo>
                  <a:pt x="106255" y="237627"/>
                </a:moveTo>
                <a:lnTo>
                  <a:pt x="1144810" y="237627"/>
                </a:lnTo>
                <a:moveTo>
                  <a:pt x="106255" y="237627"/>
                </a:moveTo>
                <a:cubicBezTo>
                  <a:pt x="47572" y="237627"/>
                  <a:pt x="0" y="190054"/>
                  <a:pt x="0" y="131371"/>
                </a:cubicBezTo>
              </a:path>
            </a:pathLst>
          </a:custGeom>
          <a:noFill/>
          <a:ln w="7243">
            <a:solidFill>
              <a:srgbClr val="F3F7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496667" y="3518806"/>
            <a:ext cx="522722" cy="332289"/>
          </a:xfrm>
          <a:custGeom>
            <a:avLst/>
            <a:gdLst/>
            <a:ahLst/>
            <a:cxnLst/>
            <a:rect l="0" t="0" r="0" b="0"/>
            <a:pathLst>
              <a:path w="522722" h="332289">
                <a:moveTo>
                  <a:pt x="0" y="187394"/>
                </a:moveTo>
                <a:cubicBezTo>
                  <a:pt x="0" y="267423"/>
                  <a:pt x="64874" y="332289"/>
                  <a:pt x="144894" y="332289"/>
                </a:cubicBezTo>
                <a:lnTo>
                  <a:pt x="377828" y="332289"/>
                </a:lnTo>
                <a:cubicBezTo>
                  <a:pt x="457847" y="332289"/>
                  <a:pt x="522722" y="267423"/>
                  <a:pt x="522722" y="187394"/>
                </a:cubicBezTo>
                <a:lnTo>
                  <a:pt x="522722" y="144894"/>
                </a:lnTo>
                <a:cubicBezTo>
                  <a:pt x="522722" y="64874"/>
                  <a:pt x="457847" y="0"/>
                  <a:pt x="377828" y="0"/>
                </a:cubicBezTo>
                <a:lnTo>
                  <a:pt x="144894" y="0"/>
                </a:lnTo>
                <a:cubicBezTo>
                  <a:pt x="64874" y="0"/>
                  <a:pt x="0" y="64874"/>
                  <a:pt x="0" y="144894"/>
                </a:cubicBezTo>
                <a:lnTo>
                  <a:pt x="0" y="187394"/>
                </a:ln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496667" y="3518806"/>
            <a:ext cx="522723" cy="332292"/>
          </a:xfrm>
          <a:custGeom>
            <a:avLst/>
            <a:gdLst/>
            <a:ahLst/>
            <a:cxnLst/>
            <a:rect l="0" t="0" r="0" b="0"/>
            <a:pathLst>
              <a:path w="522723" h="332292">
                <a:moveTo>
                  <a:pt x="144894" y="0"/>
                </a:moveTo>
                <a:cubicBezTo>
                  <a:pt x="64871" y="0"/>
                  <a:pt x="0" y="64871"/>
                  <a:pt x="0" y="144894"/>
                </a:cubicBezTo>
                <a:moveTo>
                  <a:pt x="377828" y="0"/>
                </a:moveTo>
                <a:lnTo>
                  <a:pt x="144894" y="0"/>
                </a:lnTo>
                <a:moveTo>
                  <a:pt x="522723" y="187397"/>
                </a:moveTo>
                <a:cubicBezTo>
                  <a:pt x="522723" y="267421"/>
                  <a:pt x="457852" y="332292"/>
                  <a:pt x="377828" y="332292"/>
                </a:cubicBezTo>
                <a:moveTo>
                  <a:pt x="377828" y="0"/>
                </a:moveTo>
                <a:cubicBezTo>
                  <a:pt x="457852" y="0"/>
                  <a:pt x="522723" y="64871"/>
                  <a:pt x="522723" y="144894"/>
                </a:cubicBezTo>
                <a:moveTo>
                  <a:pt x="0" y="187397"/>
                </a:moveTo>
                <a:lnTo>
                  <a:pt x="0" y="144894"/>
                </a:lnTo>
                <a:moveTo>
                  <a:pt x="522723" y="187397"/>
                </a:moveTo>
                <a:lnTo>
                  <a:pt x="522723" y="144894"/>
                </a:lnTo>
                <a:moveTo>
                  <a:pt x="144894" y="332292"/>
                </a:moveTo>
                <a:lnTo>
                  <a:pt x="377828" y="332292"/>
                </a:lnTo>
                <a:moveTo>
                  <a:pt x="144894" y="332292"/>
                </a:moveTo>
                <a:cubicBezTo>
                  <a:pt x="64871" y="332292"/>
                  <a:pt x="0" y="267421"/>
                  <a:pt x="0" y="187397"/>
                </a:cubicBezTo>
              </a:path>
            </a:pathLst>
          </a:custGeom>
          <a:noFill/>
          <a:ln w="7243">
            <a:solidFill>
              <a:srgbClr val="F3F7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946715" y="2937281"/>
            <a:ext cx="1051388" cy="440512"/>
          </a:xfrm>
          <a:custGeom>
            <a:avLst/>
            <a:gdLst/>
            <a:ahLst/>
            <a:cxnLst/>
            <a:rect l="0" t="0" r="0" b="0"/>
            <a:pathLst>
              <a:path w="1051388" h="440512">
                <a:moveTo>
                  <a:pt x="0" y="276301"/>
                </a:moveTo>
                <a:cubicBezTo>
                  <a:pt x="0" y="366988"/>
                  <a:pt x="73523" y="440512"/>
                  <a:pt x="164211" y="440512"/>
                </a:cubicBezTo>
                <a:lnTo>
                  <a:pt x="887177" y="440512"/>
                </a:lnTo>
                <a:cubicBezTo>
                  <a:pt x="977874" y="440512"/>
                  <a:pt x="1051388" y="366988"/>
                  <a:pt x="1051388" y="276301"/>
                </a:cubicBezTo>
                <a:lnTo>
                  <a:pt x="1051388" y="164211"/>
                </a:lnTo>
                <a:cubicBezTo>
                  <a:pt x="1051388" y="73523"/>
                  <a:pt x="977874" y="0"/>
                  <a:pt x="887177" y="0"/>
                </a:cubicBezTo>
                <a:lnTo>
                  <a:pt x="164211" y="0"/>
                </a:lnTo>
                <a:cubicBezTo>
                  <a:pt x="73523" y="0"/>
                  <a:pt x="0" y="73523"/>
                  <a:pt x="0" y="164211"/>
                </a:cubicBezTo>
                <a:lnTo>
                  <a:pt x="0" y="276301"/>
                </a:ln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946715" y="2937281"/>
            <a:ext cx="1051392" cy="440513"/>
          </a:xfrm>
          <a:custGeom>
            <a:avLst/>
            <a:gdLst/>
            <a:ahLst/>
            <a:cxnLst/>
            <a:rect l="0" t="0" r="0" b="0"/>
            <a:pathLst>
              <a:path w="1051392" h="440513">
                <a:moveTo>
                  <a:pt x="164213" y="0"/>
                </a:moveTo>
                <a:cubicBezTo>
                  <a:pt x="73521" y="0"/>
                  <a:pt x="0" y="73521"/>
                  <a:pt x="0" y="164213"/>
                </a:cubicBezTo>
                <a:moveTo>
                  <a:pt x="887178" y="0"/>
                </a:moveTo>
                <a:lnTo>
                  <a:pt x="164213" y="0"/>
                </a:lnTo>
                <a:moveTo>
                  <a:pt x="1051392" y="276300"/>
                </a:moveTo>
                <a:cubicBezTo>
                  <a:pt x="1051392" y="366992"/>
                  <a:pt x="977870" y="440513"/>
                  <a:pt x="887178" y="440513"/>
                </a:cubicBezTo>
                <a:moveTo>
                  <a:pt x="887178" y="0"/>
                </a:moveTo>
                <a:cubicBezTo>
                  <a:pt x="977870" y="0"/>
                  <a:pt x="1051392" y="73521"/>
                  <a:pt x="1051392" y="164213"/>
                </a:cubicBezTo>
                <a:moveTo>
                  <a:pt x="0" y="276300"/>
                </a:moveTo>
                <a:lnTo>
                  <a:pt x="0" y="164213"/>
                </a:lnTo>
                <a:moveTo>
                  <a:pt x="1051392" y="276300"/>
                </a:moveTo>
                <a:lnTo>
                  <a:pt x="1051392" y="164213"/>
                </a:lnTo>
                <a:moveTo>
                  <a:pt x="164213" y="440513"/>
                </a:moveTo>
                <a:lnTo>
                  <a:pt x="887178" y="440513"/>
                </a:lnTo>
                <a:moveTo>
                  <a:pt x="164213" y="440513"/>
                </a:moveTo>
                <a:cubicBezTo>
                  <a:pt x="73521" y="440513"/>
                  <a:pt x="0" y="366992"/>
                  <a:pt x="0" y="276300"/>
                </a:cubicBezTo>
              </a:path>
            </a:pathLst>
          </a:custGeom>
          <a:noFill/>
          <a:ln w="7243">
            <a:solidFill>
              <a:srgbClr val="F3F7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925431" y="2463975"/>
            <a:ext cx="638127" cy="332289"/>
          </a:xfrm>
          <a:custGeom>
            <a:avLst/>
            <a:gdLst/>
            <a:ahLst/>
            <a:cxnLst/>
            <a:rect l="0" t="0" r="0" b="0"/>
            <a:pathLst>
              <a:path w="638127" h="332289">
                <a:moveTo>
                  <a:pt x="0" y="187394"/>
                </a:moveTo>
                <a:cubicBezTo>
                  <a:pt x="0" y="267423"/>
                  <a:pt x="64874" y="332289"/>
                  <a:pt x="144894" y="332289"/>
                </a:cubicBezTo>
                <a:lnTo>
                  <a:pt x="493233" y="332289"/>
                </a:lnTo>
                <a:cubicBezTo>
                  <a:pt x="573252" y="332289"/>
                  <a:pt x="638127" y="267423"/>
                  <a:pt x="638127" y="187394"/>
                </a:cubicBezTo>
                <a:lnTo>
                  <a:pt x="638127" y="144894"/>
                </a:lnTo>
                <a:cubicBezTo>
                  <a:pt x="638127" y="64874"/>
                  <a:pt x="573252" y="0"/>
                  <a:pt x="493233" y="0"/>
                </a:cubicBezTo>
                <a:lnTo>
                  <a:pt x="144894" y="0"/>
                </a:lnTo>
                <a:cubicBezTo>
                  <a:pt x="64874" y="0"/>
                  <a:pt x="0" y="64874"/>
                  <a:pt x="0" y="144894"/>
                </a:cubicBezTo>
                <a:lnTo>
                  <a:pt x="0" y="187394"/>
                </a:ln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925431" y="2463975"/>
            <a:ext cx="638127" cy="332291"/>
          </a:xfrm>
          <a:custGeom>
            <a:avLst/>
            <a:gdLst/>
            <a:ahLst/>
            <a:cxnLst/>
            <a:rect l="0" t="0" r="0" b="0"/>
            <a:pathLst>
              <a:path w="638127" h="332291">
                <a:moveTo>
                  <a:pt x="144894" y="0"/>
                </a:moveTo>
                <a:cubicBezTo>
                  <a:pt x="64871" y="0"/>
                  <a:pt x="0" y="64871"/>
                  <a:pt x="0" y="144894"/>
                </a:cubicBezTo>
                <a:moveTo>
                  <a:pt x="493232" y="0"/>
                </a:moveTo>
                <a:lnTo>
                  <a:pt x="144894" y="0"/>
                </a:lnTo>
                <a:moveTo>
                  <a:pt x="638127" y="187397"/>
                </a:moveTo>
                <a:cubicBezTo>
                  <a:pt x="638127" y="267420"/>
                  <a:pt x="573256" y="332291"/>
                  <a:pt x="493232" y="332291"/>
                </a:cubicBezTo>
                <a:moveTo>
                  <a:pt x="493232" y="0"/>
                </a:moveTo>
                <a:cubicBezTo>
                  <a:pt x="573256" y="0"/>
                  <a:pt x="638127" y="64871"/>
                  <a:pt x="638127" y="144894"/>
                </a:cubicBezTo>
                <a:moveTo>
                  <a:pt x="0" y="187397"/>
                </a:moveTo>
                <a:lnTo>
                  <a:pt x="0" y="144894"/>
                </a:lnTo>
                <a:moveTo>
                  <a:pt x="638127" y="187397"/>
                </a:moveTo>
                <a:lnTo>
                  <a:pt x="638127" y="144894"/>
                </a:lnTo>
                <a:moveTo>
                  <a:pt x="144894" y="332291"/>
                </a:moveTo>
                <a:lnTo>
                  <a:pt x="493232" y="332291"/>
                </a:lnTo>
                <a:moveTo>
                  <a:pt x="144894" y="332291"/>
                </a:moveTo>
                <a:cubicBezTo>
                  <a:pt x="64871" y="332291"/>
                  <a:pt x="0" y="267420"/>
                  <a:pt x="0" y="187397"/>
                </a:cubicBezTo>
              </a:path>
            </a:pathLst>
          </a:custGeom>
          <a:noFill/>
          <a:ln w="7243">
            <a:solidFill>
              <a:srgbClr val="F3F7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911305" y="2334538"/>
            <a:ext cx="867527" cy="237629"/>
          </a:xfrm>
          <a:custGeom>
            <a:avLst/>
            <a:gdLst/>
            <a:ahLst/>
            <a:cxnLst/>
            <a:rect l="0" t="0" r="0" b="0"/>
            <a:pathLst>
              <a:path w="867527" h="237629">
                <a:moveTo>
                  <a:pt x="0" y="131368"/>
                </a:moveTo>
                <a:cubicBezTo>
                  <a:pt x="0" y="190052"/>
                  <a:pt x="47567" y="237629"/>
                  <a:pt x="106251" y="237629"/>
                </a:cubicBezTo>
                <a:lnTo>
                  <a:pt x="761276" y="237629"/>
                </a:lnTo>
                <a:cubicBezTo>
                  <a:pt x="819959" y="237629"/>
                  <a:pt x="867527" y="190052"/>
                  <a:pt x="867527" y="131368"/>
                </a:cubicBezTo>
                <a:lnTo>
                  <a:pt x="867527" y="106251"/>
                </a:lnTo>
                <a:cubicBezTo>
                  <a:pt x="867527" y="47567"/>
                  <a:pt x="819959" y="0"/>
                  <a:pt x="761276" y="0"/>
                </a:cubicBezTo>
                <a:lnTo>
                  <a:pt x="106251" y="0"/>
                </a:lnTo>
                <a:cubicBezTo>
                  <a:pt x="47567" y="0"/>
                  <a:pt x="0" y="47567"/>
                  <a:pt x="0" y="106251"/>
                </a:cubicBezTo>
                <a:lnTo>
                  <a:pt x="0" y="131368"/>
                </a:ln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911305" y="2334538"/>
            <a:ext cx="867529" cy="237627"/>
          </a:xfrm>
          <a:custGeom>
            <a:avLst/>
            <a:gdLst/>
            <a:ahLst/>
            <a:cxnLst/>
            <a:rect l="0" t="0" r="0" b="0"/>
            <a:pathLst>
              <a:path w="867529" h="237627">
                <a:moveTo>
                  <a:pt x="106255" y="0"/>
                </a:moveTo>
                <a:cubicBezTo>
                  <a:pt x="47572" y="0"/>
                  <a:pt x="0" y="47572"/>
                  <a:pt x="0" y="106255"/>
                </a:cubicBezTo>
                <a:moveTo>
                  <a:pt x="761273" y="0"/>
                </a:moveTo>
                <a:lnTo>
                  <a:pt x="106255" y="0"/>
                </a:lnTo>
                <a:moveTo>
                  <a:pt x="867529" y="131371"/>
                </a:moveTo>
                <a:cubicBezTo>
                  <a:pt x="867529" y="190054"/>
                  <a:pt x="819956" y="237627"/>
                  <a:pt x="761273" y="237627"/>
                </a:cubicBezTo>
                <a:moveTo>
                  <a:pt x="761273" y="0"/>
                </a:moveTo>
                <a:cubicBezTo>
                  <a:pt x="819956" y="0"/>
                  <a:pt x="867529" y="47572"/>
                  <a:pt x="867529" y="106255"/>
                </a:cubicBezTo>
                <a:moveTo>
                  <a:pt x="0" y="131371"/>
                </a:moveTo>
                <a:lnTo>
                  <a:pt x="0" y="106255"/>
                </a:lnTo>
                <a:moveTo>
                  <a:pt x="867529" y="131371"/>
                </a:moveTo>
                <a:lnTo>
                  <a:pt x="867529" y="106255"/>
                </a:lnTo>
                <a:moveTo>
                  <a:pt x="106255" y="237627"/>
                </a:moveTo>
                <a:lnTo>
                  <a:pt x="761273" y="237627"/>
                </a:lnTo>
                <a:moveTo>
                  <a:pt x="106255" y="237627"/>
                </a:moveTo>
                <a:cubicBezTo>
                  <a:pt x="47572" y="237627"/>
                  <a:pt x="0" y="190054"/>
                  <a:pt x="0" y="131371"/>
                </a:cubicBezTo>
              </a:path>
            </a:pathLst>
          </a:custGeom>
          <a:noFill/>
          <a:ln w="7243">
            <a:solidFill>
              <a:srgbClr val="F3F7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911305" y="2688080"/>
            <a:ext cx="1037548" cy="237629"/>
          </a:xfrm>
          <a:custGeom>
            <a:avLst/>
            <a:gdLst/>
            <a:ahLst/>
            <a:cxnLst/>
            <a:rect l="0" t="0" r="0" b="0"/>
            <a:pathLst>
              <a:path w="1037548" h="237629">
                <a:moveTo>
                  <a:pt x="0" y="131368"/>
                </a:moveTo>
                <a:cubicBezTo>
                  <a:pt x="0" y="190052"/>
                  <a:pt x="47567" y="237629"/>
                  <a:pt x="106251" y="237629"/>
                </a:cubicBezTo>
                <a:lnTo>
                  <a:pt x="931297" y="237629"/>
                </a:lnTo>
                <a:cubicBezTo>
                  <a:pt x="989980" y="237629"/>
                  <a:pt x="1037548" y="190052"/>
                  <a:pt x="1037548" y="131368"/>
                </a:cubicBezTo>
                <a:lnTo>
                  <a:pt x="1037548" y="106251"/>
                </a:lnTo>
                <a:cubicBezTo>
                  <a:pt x="1037548" y="47567"/>
                  <a:pt x="989980" y="0"/>
                  <a:pt x="931297" y="0"/>
                </a:cubicBezTo>
                <a:lnTo>
                  <a:pt x="106251" y="0"/>
                </a:lnTo>
                <a:cubicBezTo>
                  <a:pt x="47567" y="0"/>
                  <a:pt x="0" y="47567"/>
                  <a:pt x="0" y="106251"/>
                </a:cubicBezTo>
                <a:lnTo>
                  <a:pt x="0" y="131368"/>
                </a:ln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911305" y="2688079"/>
            <a:ext cx="1037549" cy="237627"/>
          </a:xfrm>
          <a:custGeom>
            <a:avLst/>
            <a:gdLst/>
            <a:ahLst/>
            <a:cxnLst/>
            <a:rect l="0" t="0" r="0" b="0"/>
            <a:pathLst>
              <a:path w="1037549" h="237627">
                <a:moveTo>
                  <a:pt x="106255" y="0"/>
                </a:moveTo>
                <a:cubicBezTo>
                  <a:pt x="47572" y="0"/>
                  <a:pt x="0" y="47572"/>
                  <a:pt x="0" y="106255"/>
                </a:cubicBezTo>
                <a:moveTo>
                  <a:pt x="931293" y="0"/>
                </a:moveTo>
                <a:lnTo>
                  <a:pt x="106255" y="0"/>
                </a:lnTo>
                <a:moveTo>
                  <a:pt x="1037549" y="131371"/>
                </a:moveTo>
                <a:cubicBezTo>
                  <a:pt x="1037549" y="190054"/>
                  <a:pt x="989976" y="237627"/>
                  <a:pt x="931293" y="237627"/>
                </a:cubicBezTo>
                <a:moveTo>
                  <a:pt x="931293" y="0"/>
                </a:moveTo>
                <a:cubicBezTo>
                  <a:pt x="989976" y="0"/>
                  <a:pt x="1037549" y="47572"/>
                  <a:pt x="1037549" y="106255"/>
                </a:cubicBezTo>
                <a:moveTo>
                  <a:pt x="0" y="131371"/>
                </a:moveTo>
                <a:lnTo>
                  <a:pt x="0" y="106255"/>
                </a:lnTo>
                <a:moveTo>
                  <a:pt x="1037549" y="131371"/>
                </a:moveTo>
                <a:lnTo>
                  <a:pt x="1037549" y="106255"/>
                </a:lnTo>
                <a:moveTo>
                  <a:pt x="106255" y="237627"/>
                </a:moveTo>
                <a:lnTo>
                  <a:pt x="931293" y="237627"/>
                </a:lnTo>
                <a:moveTo>
                  <a:pt x="106255" y="237627"/>
                </a:moveTo>
                <a:cubicBezTo>
                  <a:pt x="47572" y="237627"/>
                  <a:pt x="0" y="190054"/>
                  <a:pt x="0" y="131371"/>
                </a:cubicBezTo>
              </a:path>
            </a:pathLst>
          </a:custGeom>
          <a:noFill/>
          <a:ln w="7243">
            <a:solidFill>
              <a:srgbClr val="F3F7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925432" y="3518808"/>
            <a:ext cx="992552" cy="332289"/>
          </a:xfrm>
          <a:custGeom>
            <a:avLst/>
            <a:gdLst/>
            <a:ahLst/>
            <a:cxnLst/>
            <a:rect l="0" t="0" r="0" b="0"/>
            <a:pathLst>
              <a:path w="992552" h="332289">
                <a:moveTo>
                  <a:pt x="0" y="187394"/>
                </a:moveTo>
                <a:cubicBezTo>
                  <a:pt x="0" y="267423"/>
                  <a:pt x="64874" y="332289"/>
                  <a:pt x="144894" y="332289"/>
                </a:cubicBezTo>
                <a:lnTo>
                  <a:pt x="847658" y="332289"/>
                </a:lnTo>
                <a:cubicBezTo>
                  <a:pt x="927677" y="332289"/>
                  <a:pt x="992552" y="267423"/>
                  <a:pt x="992552" y="187394"/>
                </a:cubicBezTo>
                <a:lnTo>
                  <a:pt x="992552" y="144894"/>
                </a:lnTo>
                <a:cubicBezTo>
                  <a:pt x="992552" y="64874"/>
                  <a:pt x="927677" y="0"/>
                  <a:pt x="847658" y="0"/>
                </a:cubicBezTo>
                <a:lnTo>
                  <a:pt x="144894" y="0"/>
                </a:lnTo>
                <a:cubicBezTo>
                  <a:pt x="64874" y="0"/>
                  <a:pt x="0" y="64874"/>
                  <a:pt x="0" y="144894"/>
                </a:cubicBezTo>
                <a:lnTo>
                  <a:pt x="0" y="187394"/>
                </a:ln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925432" y="3518808"/>
            <a:ext cx="992549" cy="332291"/>
          </a:xfrm>
          <a:custGeom>
            <a:avLst/>
            <a:gdLst/>
            <a:ahLst/>
            <a:cxnLst/>
            <a:rect l="0" t="0" r="0" b="0"/>
            <a:pathLst>
              <a:path w="992549" h="332291">
                <a:moveTo>
                  <a:pt x="144894" y="0"/>
                </a:moveTo>
                <a:cubicBezTo>
                  <a:pt x="64871" y="0"/>
                  <a:pt x="0" y="64871"/>
                  <a:pt x="0" y="144894"/>
                </a:cubicBezTo>
                <a:moveTo>
                  <a:pt x="847654" y="0"/>
                </a:moveTo>
                <a:lnTo>
                  <a:pt x="144894" y="0"/>
                </a:lnTo>
                <a:moveTo>
                  <a:pt x="992549" y="187397"/>
                </a:moveTo>
                <a:cubicBezTo>
                  <a:pt x="992549" y="267420"/>
                  <a:pt x="927678" y="332291"/>
                  <a:pt x="847654" y="332291"/>
                </a:cubicBezTo>
                <a:moveTo>
                  <a:pt x="847654" y="0"/>
                </a:moveTo>
                <a:cubicBezTo>
                  <a:pt x="927678" y="0"/>
                  <a:pt x="992549" y="64871"/>
                  <a:pt x="992549" y="144894"/>
                </a:cubicBezTo>
                <a:moveTo>
                  <a:pt x="0" y="187397"/>
                </a:moveTo>
                <a:lnTo>
                  <a:pt x="0" y="144894"/>
                </a:lnTo>
                <a:moveTo>
                  <a:pt x="992549" y="187397"/>
                </a:moveTo>
                <a:lnTo>
                  <a:pt x="992549" y="144894"/>
                </a:lnTo>
                <a:moveTo>
                  <a:pt x="144894" y="332291"/>
                </a:moveTo>
                <a:lnTo>
                  <a:pt x="847654" y="332291"/>
                </a:lnTo>
                <a:moveTo>
                  <a:pt x="144894" y="332291"/>
                </a:moveTo>
                <a:cubicBezTo>
                  <a:pt x="64871" y="332291"/>
                  <a:pt x="0" y="267420"/>
                  <a:pt x="0" y="187397"/>
                </a:cubicBezTo>
              </a:path>
            </a:pathLst>
          </a:custGeom>
          <a:noFill/>
          <a:ln w="7243">
            <a:solidFill>
              <a:srgbClr val="F3F7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265728" y="3389369"/>
            <a:ext cx="902188" cy="237629"/>
          </a:xfrm>
          <a:custGeom>
            <a:avLst/>
            <a:gdLst/>
            <a:ahLst/>
            <a:cxnLst/>
            <a:rect l="0" t="0" r="0" b="0"/>
            <a:pathLst>
              <a:path w="902188" h="237629">
                <a:moveTo>
                  <a:pt x="0" y="131368"/>
                </a:moveTo>
                <a:cubicBezTo>
                  <a:pt x="0" y="190052"/>
                  <a:pt x="47567" y="237629"/>
                  <a:pt x="106251" y="237629"/>
                </a:cubicBezTo>
                <a:lnTo>
                  <a:pt x="795928" y="237629"/>
                </a:lnTo>
                <a:cubicBezTo>
                  <a:pt x="854611" y="237629"/>
                  <a:pt x="902188" y="190052"/>
                  <a:pt x="902188" y="131368"/>
                </a:cubicBezTo>
                <a:lnTo>
                  <a:pt x="902188" y="106251"/>
                </a:lnTo>
                <a:cubicBezTo>
                  <a:pt x="902188" y="47567"/>
                  <a:pt x="854611" y="0"/>
                  <a:pt x="795928" y="0"/>
                </a:cubicBezTo>
                <a:lnTo>
                  <a:pt x="106251" y="0"/>
                </a:lnTo>
                <a:cubicBezTo>
                  <a:pt x="47567" y="0"/>
                  <a:pt x="0" y="47567"/>
                  <a:pt x="0" y="106251"/>
                </a:cubicBezTo>
                <a:lnTo>
                  <a:pt x="0" y="131368"/>
                </a:ln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265727" y="3389369"/>
            <a:ext cx="902188" cy="237626"/>
          </a:xfrm>
          <a:custGeom>
            <a:avLst/>
            <a:gdLst/>
            <a:ahLst/>
            <a:cxnLst/>
            <a:rect l="0" t="0" r="0" b="0"/>
            <a:pathLst>
              <a:path w="902188" h="237626">
                <a:moveTo>
                  <a:pt x="106255" y="0"/>
                </a:moveTo>
                <a:cubicBezTo>
                  <a:pt x="47572" y="0"/>
                  <a:pt x="0" y="47572"/>
                  <a:pt x="0" y="106255"/>
                </a:cubicBezTo>
                <a:moveTo>
                  <a:pt x="795932" y="0"/>
                </a:moveTo>
                <a:lnTo>
                  <a:pt x="106255" y="0"/>
                </a:lnTo>
                <a:moveTo>
                  <a:pt x="902188" y="131370"/>
                </a:moveTo>
                <a:cubicBezTo>
                  <a:pt x="902188" y="190054"/>
                  <a:pt x="854615" y="237626"/>
                  <a:pt x="795932" y="237626"/>
                </a:cubicBezTo>
                <a:moveTo>
                  <a:pt x="795932" y="0"/>
                </a:moveTo>
                <a:cubicBezTo>
                  <a:pt x="854615" y="0"/>
                  <a:pt x="902188" y="47572"/>
                  <a:pt x="902188" y="106255"/>
                </a:cubicBezTo>
                <a:moveTo>
                  <a:pt x="0" y="131370"/>
                </a:moveTo>
                <a:lnTo>
                  <a:pt x="0" y="106255"/>
                </a:lnTo>
                <a:moveTo>
                  <a:pt x="902187" y="131370"/>
                </a:moveTo>
                <a:lnTo>
                  <a:pt x="902187" y="106255"/>
                </a:lnTo>
                <a:moveTo>
                  <a:pt x="106255" y="237626"/>
                </a:moveTo>
                <a:lnTo>
                  <a:pt x="795932" y="237626"/>
                </a:lnTo>
                <a:moveTo>
                  <a:pt x="106255" y="237626"/>
                </a:moveTo>
                <a:cubicBezTo>
                  <a:pt x="47572" y="237626"/>
                  <a:pt x="0" y="190054"/>
                  <a:pt x="0" y="131370"/>
                </a:cubicBezTo>
              </a:path>
            </a:pathLst>
          </a:custGeom>
          <a:noFill/>
          <a:ln w="7243">
            <a:solidFill>
              <a:srgbClr val="F3F7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265726" y="3742911"/>
            <a:ext cx="921839" cy="237629"/>
          </a:xfrm>
          <a:custGeom>
            <a:avLst/>
            <a:gdLst/>
            <a:ahLst/>
            <a:cxnLst/>
            <a:rect l="0" t="0" r="0" b="0"/>
            <a:pathLst>
              <a:path w="921839" h="237629">
                <a:moveTo>
                  <a:pt x="0" y="131368"/>
                </a:moveTo>
                <a:cubicBezTo>
                  <a:pt x="0" y="190052"/>
                  <a:pt x="47567" y="237629"/>
                  <a:pt x="106251" y="237629"/>
                </a:cubicBezTo>
                <a:lnTo>
                  <a:pt x="815587" y="237629"/>
                </a:lnTo>
                <a:cubicBezTo>
                  <a:pt x="874271" y="237629"/>
                  <a:pt x="921839" y="190052"/>
                  <a:pt x="921839" y="131368"/>
                </a:cubicBezTo>
                <a:lnTo>
                  <a:pt x="921839" y="106251"/>
                </a:lnTo>
                <a:cubicBezTo>
                  <a:pt x="921839" y="47567"/>
                  <a:pt x="874271" y="0"/>
                  <a:pt x="815587" y="0"/>
                </a:cubicBezTo>
                <a:lnTo>
                  <a:pt x="106251" y="0"/>
                </a:lnTo>
                <a:cubicBezTo>
                  <a:pt x="47567" y="0"/>
                  <a:pt x="0" y="47567"/>
                  <a:pt x="0" y="106251"/>
                </a:cubicBezTo>
                <a:lnTo>
                  <a:pt x="0" y="131368"/>
                </a:ln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265726" y="3742910"/>
            <a:ext cx="921841" cy="237627"/>
          </a:xfrm>
          <a:custGeom>
            <a:avLst/>
            <a:gdLst/>
            <a:ahLst/>
            <a:cxnLst/>
            <a:rect l="0" t="0" r="0" b="0"/>
            <a:pathLst>
              <a:path w="921841" h="237627">
                <a:moveTo>
                  <a:pt x="106255" y="0"/>
                </a:moveTo>
                <a:cubicBezTo>
                  <a:pt x="47572" y="0"/>
                  <a:pt x="0" y="47572"/>
                  <a:pt x="0" y="106255"/>
                </a:cubicBezTo>
                <a:moveTo>
                  <a:pt x="815585" y="0"/>
                </a:moveTo>
                <a:lnTo>
                  <a:pt x="106255" y="0"/>
                </a:lnTo>
                <a:moveTo>
                  <a:pt x="921841" y="131371"/>
                </a:moveTo>
                <a:cubicBezTo>
                  <a:pt x="921841" y="190054"/>
                  <a:pt x="874268" y="237627"/>
                  <a:pt x="815585" y="237627"/>
                </a:cubicBezTo>
                <a:moveTo>
                  <a:pt x="815585" y="0"/>
                </a:moveTo>
                <a:cubicBezTo>
                  <a:pt x="874268" y="0"/>
                  <a:pt x="921841" y="47572"/>
                  <a:pt x="921841" y="106255"/>
                </a:cubicBezTo>
                <a:moveTo>
                  <a:pt x="0" y="131371"/>
                </a:moveTo>
                <a:lnTo>
                  <a:pt x="0" y="106255"/>
                </a:lnTo>
                <a:moveTo>
                  <a:pt x="921841" y="131371"/>
                </a:moveTo>
                <a:lnTo>
                  <a:pt x="921841" y="106255"/>
                </a:lnTo>
                <a:moveTo>
                  <a:pt x="106255" y="237627"/>
                </a:moveTo>
                <a:lnTo>
                  <a:pt x="815585" y="237627"/>
                </a:lnTo>
                <a:moveTo>
                  <a:pt x="106255" y="237627"/>
                </a:moveTo>
                <a:cubicBezTo>
                  <a:pt x="47572" y="237627"/>
                  <a:pt x="0" y="190054"/>
                  <a:pt x="0" y="131371"/>
                </a:cubicBezTo>
              </a:path>
            </a:pathLst>
          </a:custGeom>
          <a:noFill/>
          <a:ln w="7243">
            <a:solidFill>
              <a:srgbClr val="F3F7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076540" y="2605505"/>
            <a:ext cx="813024" cy="1046942"/>
          </a:xfrm>
          <a:custGeom>
            <a:avLst/>
            <a:gdLst/>
            <a:ahLst/>
            <a:cxnLst/>
            <a:rect l="0" t="0" r="0" b="0"/>
            <a:pathLst>
              <a:path w="813024" h="1046942">
                <a:moveTo>
                  <a:pt x="813024" y="515775"/>
                </a:moveTo>
                <a:lnTo>
                  <a:pt x="0" y="0"/>
                </a:lnTo>
                <a:moveTo>
                  <a:pt x="813024" y="584534"/>
                </a:moveTo>
                <a:lnTo>
                  <a:pt x="0" y="1046942"/>
                </a:lnTo>
              </a:path>
            </a:pathLst>
          </a:custGeom>
          <a:noFill/>
          <a:ln w="7243">
            <a:solidFill>
              <a:srgbClr val="2240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055257" y="2662624"/>
            <a:ext cx="813024" cy="989823"/>
          </a:xfrm>
          <a:custGeom>
            <a:avLst/>
            <a:gdLst/>
            <a:ahLst/>
            <a:cxnLst/>
            <a:rect l="0" t="0" r="0" b="0"/>
            <a:pathLst>
              <a:path w="813024" h="989823">
                <a:moveTo>
                  <a:pt x="0" y="462407"/>
                </a:moveTo>
                <a:lnTo>
                  <a:pt x="813024" y="0"/>
                </a:lnTo>
                <a:moveTo>
                  <a:pt x="0" y="527415"/>
                </a:moveTo>
                <a:lnTo>
                  <a:pt x="813024" y="989823"/>
                </a:lnTo>
              </a:path>
            </a:pathLst>
          </a:custGeom>
          <a:noFill/>
          <a:ln w="7243">
            <a:solidFill>
              <a:srgbClr val="2240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935422" y="2421530"/>
            <a:ext cx="233446" cy="295439"/>
          </a:xfrm>
          <a:custGeom>
            <a:avLst/>
            <a:gdLst/>
            <a:ahLst/>
            <a:cxnLst/>
            <a:rect l="0" t="0" r="0" b="0"/>
            <a:pathLst>
              <a:path w="233446" h="295439">
                <a:moveTo>
                  <a:pt x="233446" y="118668"/>
                </a:moveTo>
                <a:lnTo>
                  <a:pt x="0" y="0"/>
                </a:lnTo>
                <a:moveTo>
                  <a:pt x="233446" y="176771"/>
                </a:moveTo>
                <a:lnTo>
                  <a:pt x="0" y="295439"/>
                </a:lnTo>
              </a:path>
            </a:pathLst>
          </a:custGeom>
          <a:noFill/>
          <a:ln w="7243">
            <a:solidFill>
              <a:srgbClr val="2240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620708" y="2482401"/>
            <a:ext cx="233446" cy="295439"/>
          </a:xfrm>
          <a:custGeom>
            <a:avLst/>
            <a:gdLst/>
            <a:ahLst/>
            <a:cxnLst/>
            <a:rect l="0" t="0" r="0" b="0"/>
            <a:pathLst>
              <a:path w="233446" h="295439">
                <a:moveTo>
                  <a:pt x="0" y="118668"/>
                </a:moveTo>
                <a:lnTo>
                  <a:pt x="233446" y="0"/>
                </a:lnTo>
                <a:moveTo>
                  <a:pt x="0" y="176771"/>
                </a:moveTo>
                <a:lnTo>
                  <a:pt x="233446" y="295439"/>
                </a:lnTo>
              </a:path>
            </a:pathLst>
          </a:custGeom>
          <a:noFill/>
          <a:ln w="7243">
            <a:solidFill>
              <a:srgbClr val="2240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2206070" y="3537232"/>
            <a:ext cx="233446" cy="346306"/>
          </a:xfrm>
          <a:custGeom>
            <a:avLst/>
            <a:gdLst/>
            <a:ahLst/>
            <a:cxnLst/>
            <a:rect l="0" t="0" r="0" b="0"/>
            <a:pathLst>
              <a:path w="233446" h="346306">
                <a:moveTo>
                  <a:pt x="233446" y="118668"/>
                </a:moveTo>
                <a:lnTo>
                  <a:pt x="0" y="0"/>
                </a:lnTo>
                <a:moveTo>
                  <a:pt x="233446" y="186774"/>
                </a:moveTo>
                <a:lnTo>
                  <a:pt x="0" y="346306"/>
                </a:lnTo>
              </a:path>
            </a:pathLst>
          </a:custGeom>
          <a:noFill/>
          <a:ln w="7243">
            <a:solidFill>
              <a:srgbClr val="2240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975130" y="3537232"/>
            <a:ext cx="233446" cy="295439"/>
          </a:xfrm>
          <a:custGeom>
            <a:avLst/>
            <a:gdLst/>
            <a:ahLst/>
            <a:cxnLst/>
            <a:rect l="0" t="0" r="0" b="0"/>
            <a:pathLst>
              <a:path w="233446" h="295439">
                <a:moveTo>
                  <a:pt x="0" y="118668"/>
                </a:moveTo>
                <a:lnTo>
                  <a:pt x="233446" y="0"/>
                </a:lnTo>
                <a:moveTo>
                  <a:pt x="0" y="176771"/>
                </a:moveTo>
                <a:lnTo>
                  <a:pt x="233446" y="295439"/>
                </a:lnTo>
              </a:path>
            </a:pathLst>
          </a:custGeom>
          <a:noFill/>
          <a:ln w="7243">
            <a:solidFill>
              <a:srgbClr val="2240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88312" y="2746038"/>
            <a:ext cx="1010657" cy="12171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00" b="0">
                <a:solidFill>
                  <a:srgbClr val="22403B"/>
                </a:solidFill>
                <a:latin typeface="Roboto"/>
              </a:rPr>
              <a:t>Algorithmic Trading</a:t>
            </a:r>
          </a:p>
        </p:txBody>
      </p:sp>
      <p:grpSp>
        <p:nvGrpSpPr>
          <p:cNvPr id="37" name="Group 36"/>
          <p:cNvGrpSpPr/>
          <p:nvPr/>
        </p:nvGrpSpPr>
        <p:grpSpPr>
          <a:xfrm>
            <a:off x="4082372" y="3053210"/>
            <a:ext cx="780078" cy="208653"/>
            <a:chOff x="4082372" y="3053210"/>
            <a:chExt cx="780078" cy="208653"/>
          </a:xfrm>
        </p:grpSpPr>
        <p:sp>
          <p:nvSpPr>
            <p:cNvPr id="35" name="TextBox 34"/>
            <p:cNvSpPr txBox="1"/>
            <p:nvPr/>
          </p:nvSpPr>
          <p:spPr>
            <a:xfrm>
              <a:off x="4023867" y="3053210"/>
              <a:ext cx="897089" cy="1042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600" b="1">
                  <a:solidFill>
                    <a:srgbClr val="22403B"/>
                  </a:solidFill>
                  <a:latin typeface="Roboto Slab"/>
                </a:rPr>
                <a:t>Machine Learning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4023867" y="3157508"/>
              <a:ext cx="897089" cy="1043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600" b="1">
                  <a:solidFill>
                    <a:srgbClr val="22403B"/>
                  </a:solidFill>
                  <a:latin typeface="Roboto Slab"/>
                </a:rPr>
                <a:t>Applications</a:t>
              </a:r>
            </a:p>
          </p:txBody>
        </p:sp>
      </p:grpSp>
      <p:sp>
        <p:nvSpPr>
          <p:cNvPr id="38" name="TextBox 37"/>
          <p:cNvSpPr txBox="1"/>
          <p:nvPr/>
        </p:nvSpPr>
        <p:spPr>
          <a:xfrm>
            <a:off x="634001" y="2685167"/>
            <a:ext cx="1167263" cy="12171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700" b="0">
                <a:solidFill>
                  <a:srgbClr val="22403B"/>
                </a:solidFill>
                <a:latin typeface="Roboto"/>
              </a:rPr>
              <a:t>Personalized Medicine</a:t>
            </a:r>
          </a:p>
        </p:txBody>
      </p:sp>
      <p:grpSp>
        <p:nvGrpSpPr>
          <p:cNvPr id="41" name="Group 40"/>
          <p:cNvGrpSpPr/>
          <p:nvPr/>
        </p:nvGrpSpPr>
        <p:grpSpPr>
          <a:xfrm>
            <a:off x="1276499" y="3386451"/>
            <a:ext cx="795413" cy="243448"/>
            <a:chOff x="1276499" y="3386451"/>
            <a:chExt cx="795413" cy="243448"/>
          </a:xfrm>
        </p:grpSpPr>
        <p:sp>
          <p:nvSpPr>
            <p:cNvPr id="39" name="TextBox 38"/>
            <p:cNvSpPr txBox="1"/>
            <p:nvPr/>
          </p:nvSpPr>
          <p:spPr>
            <a:xfrm>
              <a:off x="1157188" y="3386451"/>
              <a:ext cx="914724" cy="121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r"/>
              <a:r>
                <a:rPr sz="700" b="0">
                  <a:solidFill>
                    <a:srgbClr val="22403B"/>
                  </a:solidFill>
                  <a:latin typeface="Roboto"/>
                </a:rPr>
                <a:t>Recommendation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1157188" y="3508180"/>
              <a:ext cx="914724" cy="12171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r"/>
              <a:r>
                <a:rPr sz="700" b="0">
                  <a:solidFill>
                    <a:srgbClr val="22403B"/>
                  </a:solidFill>
                  <a:latin typeface="Roboto"/>
                </a:rPr>
                <a:t>Engines</a:t>
              </a:r>
            </a:p>
          </p:txBody>
        </p:sp>
      </p:grpSp>
      <p:sp>
        <p:nvSpPr>
          <p:cNvPr id="42" name="TextBox 41"/>
          <p:cNvSpPr txBox="1"/>
          <p:nvPr/>
        </p:nvSpPr>
        <p:spPr>
          <a:xfrm>
            <a:off x="6041078" y="2560569"/>
            <a:ext cx="467506" cy="139103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00" b="0">
                <a:solidFill>
                  <a:srgbClr val="22403B"/>
                </a:solidFill>
                <a:latin typeface="Roboto"/>
              </a:rPr>
              <a:t>Finance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257473" y="2499698"/>
            <a:ext cx="646271" cy="139103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900" b="0">
                <a:solidFill>
                  <a:srgbClr val="22403B"/>
                </a:solidFill>
                <a:latin typeface="Roboto"/>
              </a:rPr>
              <a:t>Healthcare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88312" y="2392495"/>
            <a:ext cx="815966" cy="12171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00" b="0">
                <a:solidFill>
                  <a:srgbClr val="22403B"/>
                </a:solidFill>
                <a:latin typeface="Roboto"/>
              </a:rPr>
              <a:t>Fraud Detection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42734" y="3447325"/>
            <a:ext cx="855586" cy="12171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00" b="0">
                <a:solidFill>
                  <a:srgbClr val="22403B"/>
                </a:solidFill>
                <a:latin typeface="Roboto"/>
              </a:rPr>
              <a:t>Self-Driving Cars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7675" y="2331624"/>
            <a:ext cx="963589" cy="12171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700" b="0">
                <a:solidFill>
                  <a:srgbClr val="22403B"/>
                </a:solidFill>
                <a:latin typeface="Roboto"/>
              </a:rPr>
              <a:t>Disease Prediction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569053" y="3615400"/>
            <a:ext cx="334691" cy="139103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900" b="0">
                <a:solidFill>
                  <a:srgbClr val="22403B"/>
                </a:solidFill>
                <a:latin typeface="Roboto"/>
              </a:rPr>
              <a:t>Retail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41078" y="3615400"/>
            <a:ext cx="875445" cy="139103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00" b="0">
                <a:solidFill>
                  <a:srgbClr val="22403B"/>
                </a:solidFill>
                <a:latin typeface="Roboto"/>
              </a:rPr>
              <a:t>Transportation</a:t>
            </a:r>
          </a:p>
        </p:txBody>
      </p:sp>
      <p:grpSp>
        <p:nvGrpSpPr>
          <p:cNvPr id="51" name="Group 50"/>
          <p:cNvGrpSpPr/>
          <p:nvPr/>
        </p:nvGrpSpPr>
        <p:grpSpPr>
          <a:xfrm>
            <a:off x="1046035" y="371475"/>
            <a:ext cx="7051919" cy="800100"/>
            <a:chOff x="1046035" y="371475"/>
            <a:chExt cx="7051919" cy="800100"/>
          </a:xfrm>
        </p:grpSpPr>
        <p:sp>
          <p:nvSpPr>
            <p:cNvPr id="49" name="TextBox 48"/>
            <p:cNvSpPr txBox="1"/>
            <p:nvPr/>
          </p:nvSpPr>
          <p:spPr>
            <a:xfrm>
              <a:off x="517142" y="371475"/>
              <a:ext cx="8109706" cy="400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3100" b="1">
                  <a:solidFill>
                    <a:srgbClr val="22403B"/>
                  </a:solidFill>
                  <a:latin typeface="Roboto Slab"/>
                </a:rPr>
                <a:t>Real-World Applications of Machine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517142" y="771525"/>
              <a:ext cx="8109706" cy="400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3100" b="1">
                  <a:solidFill>
                    <a:srgbClr val="22403B"/>
                  </a:solidFill>
                  <a:latin typeface="Roboto Slab"/>
                </a:rPr>
                <a:t>Learning</a:t>
              </a:r>
            </a:p>
          </p:txBody>
        </p:sp>
      </p:grpSp>
      <p:sp>
        <p:nvSpPr>
          <p:cNvPr id="52" name="TextBox 51"/>
          <p:cNvSpPr txBox="1"/>
          <p:nvPr/>
        </p:nvSpPr>
        <p:spPr>
          <a:xfrm>
            <a:off x="816854" y="3861740"/>
            <a:ext cx="1255058" cy="12171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700" b="0">
                <a:solidFill>
                  <a:srgbClr val="22403B"/>
                </a:solidFill>
                <a:latin typeface="Roboto"/>
              </a:rPr>
              <a:t>Customer Segmentation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42734" y="3800869"/>
            <a:ext cx="878096" cy="12171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00" b="0">
                <a:solidFill>
                  <a:srgbClr val="22403B"/>
                </a:solidFill>
                <a:latin typeface="Roboto"/>
              </a:rPr>
              <a:t>Traffic Prediction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886700" y="4829136"/>
            <a:ext cx="1025290" cy="114677"/>
          </a:xfrm>
          <a:custGeom>
            <a:avLst/>
            <a:gdLst/>
            <a:ahLst/>
            <a:cxnLst/>
            <a:rect l="0" t="0" r="0" b="0"/>
            <a:pathLst>
              <a:path w="1025290" h="114677">
                <a:moveTo>
                  <a:pt x="583720" y="112024"/>
                </a:moveTo>
                <a:cubicBezTo>
                  <a:pt x="584031" y="113167"/>
                  <a:pt x="584928" y="114062"/>
                  <a:pt x="586072" y="114370"/>
                </a:cubicBezTo>
                <a:cubicBezTo>
                  <a:pt x="587216" y="114677"/>
                  <a:pt x="588441" y="114353"/>
                  <a:pt x="589283" y="113519"/>
                </a:cubicBezTo>
                <a:lnTo>
                  <a:pt x="638841" y="64551"/>
                </a:lnTo>
                <a:lnTo>
                  <a:pt x="579948" y="98108"/>
                </a:lnTo>
                <a:close/>
                <a:moveTo>
                  <a:pt x="562613" y="581"/>
                </a:moveTo>
                <a:cubicBezTo>
                  <a:pt x="561581" y="0"/>
                  <a:pt x="560315" y="9"/>
                  <a:pt x="559293" y="606"/>
                </a:cubicBezTo>
                <a:cubicBezTo>
                  <a:pt x="558270" y="1204"/>
                  <a:pt x="557640" y="2302"/>
                  <a:pt x="557641" y="3486"/>
                </a:cubicBezTo>
                <a:lnTo>
                  <a:pt x="557641" y="33119"/>
                </a:lnTo>
                <a:lnTo>
                  <a:pt x="588845" y="15326"/>
                </a:lnTo>
                <a:close/>
                <a:moveTo>
                  <a:pt x="598122" y="20631"/>
                </a:moveTo>
                <a:lnTo>
                  <a:pt x="557641" y="43692"/>
                </a:lnTo>
                <a:lnTo>
                  <a:pt x="557641" y="66980"/>
                </a:lnTo>
                <a:lnTo>
                  <a:pt x="618515" y="32271"/>
                </a:lnTo>
                <a:close/>
                <a:moveTo>
                  <a:pt x="642966" y="52093"/>
                </a:moveTo>
                <a:cubicBezTo>
                  <a:pt x="644009" y="51501"/>
                  <a:pt x="644656" y="50391"/>
                  <a:pt x="644656" y="49192"/>
                </a:cubicBezTo>
                <a:cubicBezTo>
                  <a:pt x="644656" y="47993"/>
                  <a:pt x="644009" y="46883"/>
                  <a:pt x="642966" y="46292"/>
                </a:cubicBezTo>
                <a:lnTo>
                  <a:pt x="627802" y="37719"/>
                </a:lnTo>
                <a:lnTo>
                  <a:pt x="557650" y="77715"/>
                </a:lnTo>
                <a:lnTo>
                  <a:pt x="557650" y="94688"/>
                </a:lnTo>
                <a:cubicBezTo>
                  <a:pt x="557648" y="95875"/>
                  <a:pt x="558279" y="96977"/>
                  <a:pt x="559304" y="97575"/>
                </a:cubicBezTo>
                <a:cubicBezTo>
                  <a:pt x="560330" y="98173"/>
                  <a:pt x="561600" y="98180"/>
                  <a:pt x="562632" y="97593"/>
                </a:cubicBezTo>
                <a:lnTo>
                  <a:pt x="642975" y="52093"/>
                </a:lnTo>
                <a:close/>
                <a:moveTo>
                  <a:pt x="386162" y="14450"/>
                </a:moveTo>
                <a:cubicBezTo>
                  <a:pt x="386162" y="10325"/>
                  <a:pt x="389543" y="6992"/>
                  <a:pt x="393706" y="6992"/>
                </a:cubicBezTo>
                <a:cubicBezTo>
                  <a:pt x="397868" y="6992"/>
                  <a:pt x="401250" y="10325"/>
                  <a:pt x="401250" y="14450"/>
                </a:cubicBezTo>
                <a:cubicBezTo>
                  <a:pt x="401250" y="18574"/>
                  <a:pt x="397868" y="21908"/>
                  <a:pt x="393706" y="21908"/>
                </a:cubicBezTo>
                <a:cubicBezTo>
                  <a:pt x="389543" y="21908"/>
                  <a:pt x="386162" y="18574"/>
                  <a:pt x="386162" y="14450"/>
                </a:cubicBezTo>
                <a:close/>
                <a:moveTo>
                  <a:pt x="949766" y="14450"/>
                </a:moveTo>
                <a:cubicBezTo>
                  <a:pt x="949766" y="10325"/>
                  <a:pt x="953147" y="6992"/>
                  <a:pt x="957310" y="6992"/>
                </a:cubicBezTo>
                <a:cubicBezTo>
                  <a:pt x="961472" y="6992"/>
                  <a:pt x="964853" y="10325"/>
                  <a:pt x="964853" y="14450"/>
                </a:cubicBezTo>
                <a:cubicBezTo>
                  <a:pt x="964853" y="18574"/>
                  <a:pt x="961472" y="21908"/>
                  <a:pt x="957310" y="21908"/>
                </a:cubicBezTo>
                <a:cubicBezTo>
                  <a:pt x="953147" y="21908"/>
                  <a:pt x="949766" y="18574"/>
                  <a:pt x="949766" y="14450"/>
                </a:cubicBezTo>
                <a:close/>
                <a:moveTo>
                  <a:pt x="131083" y="87183"/>
                </a:moveTo>
                <a:lnTo>
                  <a:pt x="118986" y="87183"/>
                </a:lnTo>
                <a:lnTo>
                  <a:pt x="118986" y="82544"/>
                </a:lnTo>
                <a:cubicBezTo>
                  <a:pt x="116357" y="84459"/>
                  <a:pt x="110756" y="88345"/>
                  <a:pt x="101069" y="88345"/>
                </a:cubicBezTo>
                <a:cubicBezTo>
                  <a:pt x="89620" y="88345"/>
                  <a:pt x="79409" y="80782"/>
                  <a:pt x="80714" y="68552"/>
                </a:cubicBezTo>
                <a:cubicBezTo>
                  <a:pt x="81838" y="58017"/>
                  <a:pt x="91697" y="53464"/>
                  <a:pt x="98317" y="52102"/>
                </a:cubicBezTo>
                <a:lnTo>
                  <a:pt x="118986" y="48816"/>
                </a:lnTo>
                <a:cubicBezTo>
                  <a:pt x="118986" y="43682"/>
                  <a:pt x="116224" y="39710"/>
                  <a:pt x="108851" y="39234"/>
                </a:cubicBezTo>
                <a:cubicBezTo>
                  <a:pt x="101479" y="38758"/>
                  <a:pt x="97326" y="42139"/>
                  <a:pt x="93887" y="48921"/>
                </a:cubicBezTo>
                <a:lnTo>
                  <a:pt x="83181" y="43158"/>
                </a:lnTo>
                <a:cubicBezTo>
                  <a:pt x="94783" y="18098"/>
                  <a:pt x="131083" y="26356"/>
                  <a:pt x="131083" y="47101"/>
                </a:cubicBezTo>
                <a:lnTo>
                  <a:pt x="131083" y="87173"/>
                </a:lnTo>
                <a:close/>
                <a:moveTo>
                  <a:pt x="118986" y="59941"/>
                </a:moveTo>
                <a:lnTo>
                  <a:pt x="101688" y="62770"/>
                </a:lnTo>
                <a:cubicBezTo>
                  <a:pt x="97450" y="63789"/>
                  <a:pt x="92592" y="66037"/>
                  <a:pt x="93059" y="71324"/>
                </a:cubicBezTo>
                <a:cubicBezTo>
                  <a:pt x="93649" y="77934"/>
                  <a:pt x="105594" y="78610"/>
                  <a:pt x="111185" y="75086"/>
                </a:cubicBezTo>
                <a:cubicBezTo>
                  <a:pt x="118395" y="70533"/>
                  <a:pt x="119043" y="63713"/>
                  <a:pt x="118986" y="59941"/>
                </a:cubicBezTo>
                <a:close/>
                <a:moveTo>
                  <a:pt x="811091" y="87183"/>
                </a:moveTo>
                <a:lnTo>
                  <a:pt x="798995" y="87183"/>
                </a:lnTo>
                <a:lnTo>
                  <a:pt x="798995" y="82544"/>
                </a:lnTo>
                <a:cubicBezTo>
                  <a:pt x="796366" y="84459"/>
                  <a:pt x="790765" y="88345"/>
                  <a:pt x="781078" y="88345"/>
                </a:cubicBezTo>
                <a:cubicBezTo>
                  <a:pt x="769629" y="88345"/>
                  <a:pt x="759418" y="80782"/>
                  <a:pt x="760723" y="68552"/>
                </a:cubicBezTo>
                <a:cubicBezTo>
                  <a:pt x="761847" y="58017"/>
                  <a:pt x="771705" y="53464"/>
                  <a:pt x="778325" y="52102"/>
                </a:cubicBezTo>
                <a:lnTo>
                  <a:pt x="798995" y="48816"/>
                </a:lnTo>
                <a:cubicBezTo>
                  <a:pt x="798995" y="43682"/>
                  <a:pt x="796232" y="39710"/>
                  <a:pt x="788860" y="39234"/>
                </a:cubicBezTo>
                <a:cubicBezTo>
                  <a:pt x="781488" y="38758"/>
                  <a:pt x="777335" y="42139"/>
                  <a:pt x="773896" y="48921"/>
                </a:cubicBezTo>
                <a:lnTo>
                  <a:pt x="763190" y="43158"/>
                </a:lnTo>
                <a:cubicBezTo>
                  <a:pt x="774792" y="18098"/>
                  <a:pt x="811091" y="26356"/>
                  <a:pt x="811091" y="47101"/>
                </a:cubicBezTo>
                <a:lnTo>
                  <a:pt x="811091" y="87173"/>
                </a:lnTo>
                <a:close/>
                <a:moveTo>
                  <a:pt x="798995" y="59941"/>
                </a:moveTo>
                <a:lnTo>
                  <a:pt x="798985" y="59941"/>
                </a:lnTo>
                <a:lnTo>
                  <a:pt x="781688" y="62770"/>
                </a:lnTo>
                <a:cubicBezTo>
                  <a:pt x="777449" y="63789"/>
                  <a:pt x="772591" y="66037"/>
                  <a:pt x="773058" y="71324"/>
                </a:cubicBezTo>
                <a:cubicBezTo>
                  <a:pt x="773649" y="77934"/>
                  <a:pt x="785593" y="78610"/>
                  <a:pt x="791184" y="75086"/>
                </a:cubicBezTo>
                <a:cubicBezTo>
                  <a:pt x="798404" y="70533"/>
                  <a:pt x="799052" y="63713"/>
                  <a:pt x="798995" y="59941"/>
                </a:cubicBezTo>
                <a:close/>
                <a:moveTo>
                  <a:pt x="905789" y="87183"/>
                </a:moveTo>
                <a:lnTo>
                  <a:pt x="893921" y="87183"/>
                </a:lnTo>
                <a:lnTo>
                  <a:pt x="893921" y="6696"/>
                </a:lnTo>
                <a:lnTo>
                  <a:pt x="905789" y="6696"/>
                </a:lnTo>
                <a:lnTo>
                  <a:pt x="905789" y="53321"/>
                </a:lnTo>
                <a:lnTo>
                  <a:pt x="931316" y="28947"/>
                </a:lnTo>
                <a:lnTo>
                  <a:pt x="947870" y="28947"/>
                </a:lnTo>
                <a:lnTo>
                  <a:pt x="922791" y="53093"/>
                </a:lnTo>
                <a:lnTo>
                  <a:pt x="948651" y="87173"/>
                </a:lnTo>
                <a:lnTo>
                  <a:pt x="933830" y="87173"/>
                </a:lnTo>
                <a:lnTo>
                  <a:pt x="914047" y="61389"/>
                </a:lnTo>
                <a:lnTo>
                  <a:pt x="905789" y="69428"/>
                </a:lnTo>
                <a:lnTo>
                  <a:pt x="905789" y="87173"/>
                </a:lnTo>
                <a:close/>
                <a:moveTo>
                  <a:pt x="963444" y="28947"/>
                </a:moveTo>
                <a:lnTo>
                  <a:pt x="951490" y="28947"/>
                </a:lnTo>
                <a:lnTo>
                  <a:pt x="951490" y="87173"/>
                </a:lnTo>
                <a:lnTo>
                  <a:pt x="963444" y="87173"/>
                </a:lnTo>
                <a:close/>
                <a:moveTo>
                  <a:pt x="399564" y="28947"/>
                </a:moveTo>
                <a:lnTo>
                  <a:pt x="387610" y="28947"/>
                </a:lnTo>
                <a:lnTo>
                  <a:pt x="387610" y="87173"/>
                </a:lnTo>
                <a:lnTo>
                  <a:pt x="399564" y="87173"/>
                </a:lnTo>
                <a:close/>
                <a:moveTo>
                  <a:pt x="452751" y="87173"/>
                </a:moveTo>
                <a:lnTo>
                  <a:pt x="452751" y="6677"/>
                </a:lnTo>
                <a:lnTo>
                  <a:pt x="464705" y="6677"/>
                </a:lnTo>
                <a:lnTo>
                  <a:pt x="464705" y="32347"/>
                </a:lnTo>
                <a:cubicBezTo>
                  <a:pt x="468144" y="29052"/>
                  <a:pt x="474230" y="27728"/>
                  <a:pt x="478707" y="27728"/>
                </a:cubicBezTo>
                <a:cubicBezTo>
                  <a:pt x="492537" y="27728"/>
                  <a:pt x="502300" y="38034"/>
                  <a:pt x="502110" y="51045"/>
                </a:cubicBezTo>
                <a:lnTo>
                  <a:pt x="502110" y="87164"/>
                </a:lnTo>
                <a:lnTo>
                  <a:pt x="490013" y="87164"/>
                </a:lnTo>
                <a:lnTo>
                  <a:pt x="490013" y="52112"/>
                </a:lnTo>
                <a:cubicBezTo>
                  <a:pt x="490013" y="48225"/>
                  <a:pt x="487975" y="39358"/>
                  <a:pt x="477488" y="39358"/>
                </a:cubicBezTo>
                <a:cubicBezTo>
                  <a:pt x="468268" y="39358"/>
                  <a:pt x="464705" y="46559"/>
                  <a:pt x="464705" y="52112"/>
                </a:cubicBezTo>
                <a:lnTo>
                  <a:pt x="464705" y="87173"/>
                </a:lnTo>
                <a:close/>
                <a:moveTo>
                  <a:pt x="407412" y="40558"/>
                </a:moveTo>
                <a:lnTo>
                  <a:pt x="407412" y="28985"/>
                </a:lnTo>
                <a:lnTo>
                  <a:pt x="413327" y="28985"/>
                </a:lnTo>
                <a:cubicBezTo>
                  <a:pt x="414464" y="28985"/>
                  <a:pt x="415555" y="28533"/>
                  <a:pt x="416358" y="27729"/>
                </a:cubicBezTo>
                <a:cubicBezTo>
                  <a:pt x="417162" y="26926"/>
                  <a:pt x="417614" y="25835"/>
                  <a:pt x="417614" y="24699"/>
                </a:cubicBezTo>
                <a:lnTo>
                  <a:pt x="417614" y="16555"/>
                </a:lnTo>
                <a:lnTo>
                  <a:pt x="429529" y="16555"/>
                </a:lnTo>
                <a:lnTo>
                  <a:pt x="429529" y="28985"/>
                </a:lnTo>
                <a:lnTo>
                  <a:pt x="441998" y="28985"/>
                </a:lnTo>
                <a:lnTo>
                  <a:pt x="441998" y="40558"/>
                </a:lnTo>
                <a:lnTo>
                  <a:pt x="429529" y="40558"/>
                </a:lnTo>
                <a:lnTo>
                  <a:pt x="429529" y="70171"/>
                </a:lnTo>
                <a:cubicBezTo>
                  <a:pt x="429529" y="72962"/>
                  <a:pt x="430530" y="76496"/>
                  <a:pt x="435702" y="76496"/>
                </a:cubicBezTo>
                <a:cubicBezTo>
                  <a:pt x="439178" y="76496"/>
                  <a:pt x="440759" y="76162"/>
                  <a:pt x="442712" y="75829"/>
                </a:cubicBezTo>
                <a:lnTo>
                  <a:pt x="442712" y="86659"/>
                </a:lnTo>
                <a:cubicBezTo>
                  <a:pt x="442712" y="86659"/>
                  <a:pt x="439273" y="87735"/>
                  <a:pt x="434549" y="87735"/>
                </a:cubicBezTo>
                <a:cubicBezTo>
                  <a:pt x="421233" y="87735"/>
                  <a:pt x="417623" y="77724"/>
                  <a:pt x="417623" y="70704"/>
                </a:cubicBezTo>
                <a:lnTo>
                  <a:pt x="417623" y="40558"/>
                </a:lnTo>
                <a:lnTo>
                  <a:pt x="407422" y="40558"/>
                </a:lnTo>
                <a:close/>
                <a:moveTo>
                  <a:pt x="309829" y="28985"/>
                </a:moveTo>
                <a:lnTo>
                  <a:pt x="296551" y="28985"/>
                </a:lnTo>
                <a:lnTo>
                  <a:pt x="317420" y="87145"/>
                </a:lnTo>
                <a:lnTo>
                  <a:pt x="328136" y="87145"/>
                </a:lnTo>
                <a:lnTo>
                  <a:pt x="339890" y="49826"/>
                </a:lnTo>
                <a:lnTo>
                  <a:pt x="351682" y="87145"/>
                </a:lnTo>
                <a:lnTo>
                  <a:pt x="362435" y="87145"/>
                </a:lnTo>
                <a:lnTo>
                  <a:pt x="383276" y="28985"/>
                </a:lnTo>
                <a:lnTo>
                  <a:pt x="370103" y="28985"/>
                </a:lnTo>
                <a:lnTo>
                  <a:pt x="357158" y="66418"/>
                </a:lnTo>
                <a:lnTo>
                  <a:pt x="345195" y="28985"/>
                </a:lnTo>
                <a:lnTo>
                  <a:pt x="334489" y="28985"/>
                </a:lnTo>
                <a:lnTo>
                  <a:pt x="322659" y="66675"/>
                </a:lnTo>
                <a:lnTo>
                  <a:pt x="309819" y="28985"/>
                </a:lnTo>
                <a:close/>
                <a:moveTo>
                  <a:pt x="211569" y="58531"/>
                </a:moveTo>
                <a:cubicBezTo>
                  <a:pt x="211378" y="73448"/>
                  <a:pt x="222875" y="88335"/>
                  <a:pt x="242268" y="88335"/>
                </a:cubicBezTo>
                <a:cubicBezTo>
                  <a:pt x="257184" y="88335"/>
                  <a:pt x="264966" y="79591"/>
                  <a:pt x="268309" y="71962"/>
                </a:cubicBezTo>
                <a:lnTo>
                  <a:pt x="258813" y="66713"/>
                </a:lnTo>
                <a:cubicBezTo>
                  <a:pt x="255812" y="70514"/>
                  <a:pt x="251183" y="77134"/>
                  <a:pt x="242258" y="77134"/>
                </a:cubicBezTo>
                <a:cubicBezTo>
                  <a:pt x="231352" y="77134"/>
                  <a:pt x="224875" y="69695"/>
                  <a:pt x="224247" y="62656"/>
                </a:cubicBezTo>
                <a:lnTo>
                  <a:pt x="268300" y="62656"/>
                </a:lnTo>
                <a:cubicBezTo>
                  <a:pt x="269005" y="59951"/>
                  <a:pt x="269709" y="53178"/>
                  <a:pt x="268014" y="47806"/>
                </a:cubicBezTo>
                <a:cubicBezTo>
                  <a:pt x="264814" y="37672"/>
                  <a:pt x="256384" y="27785"/>
                  <a:pt x="240972" y="27785"/>
                </a:cubicBezTo>
                <a:cubicBezTo>
                  <a:pt x="225561" y="27785"/>
                  <a:pt x="211559" y="38758"/>
                  <a:pt x="211559" y="58522"/>
                </a:cubicBezTo>
                <a:close/>
                <a:moveTo>
                  <a:pt x="224551" y="51388"/>
                </a:moveTo>
                <a:cubicBezTo>
                  <a:pt x="226630" y="44067"/>
                  <a:pt x="233371" y="38983"/>
                  <a:pt x="240982" y="38996"/>
                </a:cubicBezTo>
                <a:cubicBezTo>
                  <a:pt x="251050" y="38996"/>
                  <a:pt x="255917" y="47292"/>
                  <a:pt x="256441" y="51388"/>
                </a:cubicBezTo>
                <a:close/>
                <a:moveTo>
                  <a:pt x="141131" y="58531"/>
                </a:moveTo>
                <a:cubicBezTo>
                  <a:pt x="141493" y="75276"/>
                  <a:pt x="153295" y="88373"/>
                  <a:pt x="171088" y="88373"/>
                </a:cubicBezTo>
                <a:cubicBezTo>
                  <a:pt x="181317" y="88373"/>
                  <a:pt x="187499" y="83830"/>
                  <a:pt x="189766" y="81972"/>
                </a:cubicBezTo>
                <a:lnTo>
                  <a:pt x="189766" y="87183"/>
                </a:lnTo>
                <a:lnTo>
                  <a:pt x="201596" y="87183"/>
                </a:lnTo>
                <a:lnTo>
                  <a:pt x="201596" y="6735"/>
                </a:lnTo>
                <a:lnTo>
                  <a:pt x="189614" y="6735"/>
                </a:lnTo>
                <a:lnTo>
                  <a:pt x="189614" y="34243"/>
                </a:lnTo>
                <a:cubicBezTo>
                  <a:pt x="185670" y="30814"/>
                  <a:pt x="179498" y="27766"/>
                  <a:pt x="171230" y="27766"/>
                </a:cubicBezTo>
                <a:cubicBezTo>
                  <a:pt x="153038" y="27766"/>
                  <a:pt x="140769" y="41796"/>
                  <a:pt x="141131" y="58531"/>
                </a:cubicBezTo>
                <a:close/>
                <a:moveTo>
                  <a:pt x="153600" y="57769"/>
                </a:moveTo>
                <a:lnTo>
                  <a:pt x="153590" y="57769"/>
                </a:lnTo>
                <a:cubicBezTo>
                  <a:pt x="153590" y="47121"/>
                  <a:pt x="161629" y="39520"/>
                  <a:pt x="170783" y="39520"/>
                </a:cubicBezTo>
                <a:cubicBezTo>
                  <a:pt x="179936" y="39520"/>
                  <a:pt x="189566" y="45416"/>
                  <a:pt x="189566" y="58474"/>
                </a:cubicBezTo>
                <a:cubicBezTo>
                  <a:pt x="189631" y="63362"/>
                  <a:pt x="187692" y="68069"/>
                  <a:pt x="184204" y="71492"/>
                </a:cubicBezTo>
                <a:cubicBezTo>
                  <a:pt x="180715" y="74916"/>
                  <a:pt x="175973" y="76766"/>
                  <a:pt x="171088" y="76610"/>
                </a:cubicBezTo>
                <a:cubicBezTo>
                  <a:pt x="160486" y="76610"/>
                  <a:pt x="153600" y="68428"/>
                  <a:pt x="153600" y="57769"/>
                </a:cubicBezTo>
                <a:close/>
                <a:moveTo>
                  <a:pt x="884005" y="57503"/>
                </a:moveTo>
                <a:cubicBezTo>
                  <a:pt x="883643" y="40758"/>
                  <a:pt x="871842" y="27661"/>
                  <a:pt x="854049" y="27661"/>
                </a:cubicBezTo>
                <a:cubicBezTo>
                  <a:pt x="843819" y="27661"/>
                  <a:pt x="837638" y="32204"/>
                  <a:pt x="835371" y="34062"/>
                </a:cubicBezTo>
                <a:lnTo>
                  <a:pt x="835371" y="28852"/>
                </a:lnTo>
                <a:lnTo>
                  <a:pt x="823541" y="28852"/>
                </a:lnTo>
                <a:lnTo>
                  <a:pt x="823541" y="107147"/>
                </a:lnTo>
                <a:lnTo>
                  <a:pt x="835523" y="107147"/>
                </a:lnTo>
                <a:lnTo>
                  <a:pt x="835523" y="81792"/>
                </a:lnTo>
                <a:cubicBezTo>
                  <a:pt x="839466" y="85221"/>
                  <a:pt x="845648" y="88269"/>
                  <a:pt x="853906" y="88269"/>
                </a:cubicBezTo>
                <a:cubicBezTo>
                  <a:pt x="872099" y="88269"/>
                  <a:pt x="884367" y="74238"/>
                  <a:pt x="884005" y="57503"/>
                </a:cubicBezTo>
                <a:close/>
                <a:moveTo>
                  <a:pt x="871537" y="58265"/>
                </a:moveTo>
                <a:cubicBezTo>
                  <a:pt x="871537" y="68914"/>
                  <a:pt x="863507" y="76515"/>
                  <a:pt x="854354" y="76515"/>
                </a:cubicBezTo>
                <a:cubicBezTo>
                  <a:pt x="845200" y="76515"/>
                  <a:pt x="835571" y="70619"/>
                  <a:pt x="835571" y="57560"/>
                </a:cubicBezTo>
                <a:cubicBezTo>
                  <a:pt x="835506" y="52673"/>
                  <a:pt x="837445" y="47966"/>
                  <a:pt x="840933" y="44542"/>
                </a:cubicBezTo>
                <a:cubicBezTo>
                  <a:pt x="844421" y="41118"/>
                  <a:pt x="849164" y="39268"/>
                  <a:pt x="854049" y="39424"/>
                </a:cubicBezTo>
                <a:cubicBezTo>
                  <a:pt x="864650" y="39424"/>
                  <a:pt x="871537" y="47606"/>
                  <a:pt x="871537" y="58265"/>
                </a:cubicBezTo>
                <a:close/>
                <a:moveTo>
                  <a:pt x="975750" y="87411"/>
                </a:moveTo>
                <a:lnTo>
                  <a:pt x="975750" y="28956"/>
                </a:lnTo>
                <a:lnTo>
                  <a:pt x="987694" y="28956"/>
                </a:lnTo>
                <a:lnTo>
                  <a:pt x="987694" y="32595"/>
                </a:lnTo>
                <a:cubicBezTo>
                  <a:pt x="991133" y="29299"/>
                  <a:pt x="997219" y="27975"/>
                  <a:pt x="1001696" y="27975"/>
                </a:cubicBezTo>
                <a:cubicBezTo>
                  <a:pt x="1015526" y="27975"/>
                  <a:pt x="1025290" y="38281"/>
                  <a:pt x="1025099" y="51292"/>
                </a:cubicBezTo>
                <a:lnTo>
                  <a:pt x="1025099" y="87411"/>
                </a:lnTo>
                <a:lnTo>
                  <a:pt x="1013002" y="87411"/>
                </a:lnTo>
                <a:lnTo>
                  <a:pt x="1013002" y="52350"/>
                </a:lnTo>
                <a:cubicBezTo>
                  <a:pt x="1013002" y="48464"/>
                  <a:pt x="1010964" y="39596"/>
                  <a:pt x="1000477" y="39596"/>
                </a:cubicBezTo>
                <a:cubicBezTo>
                  <a:pt x="991247" y="39596"/>
                  <a:pt x="987694" y="46797"/>
                  <a:pt x="987694" y="52350"/>
                </a:cubicBezTo>
                <a:lnTo>
                  <a:pt x="987694" y="87411"/>
                </a:lnTo>
                <a:close/>
                <a:moveTo>
                  <a:pt x="686352" y="87211"/>
                </a:moveTo>
                <a:lnTo>
                  <a:pt x="686352" y="7887"/>
                </a:lnTo>
                <a:lnTo>
                  <a:pt x="696677" y="7887"/>
                </a:lnTo>
                <a:lnTo>
                  <a:pt x="736825" y="62913"/>
                </a:lnTo>
                <a:lnTo>
                  <a:pt x="736825" y="7887"/>
                </a:lnTo>
                <a:lnTo>
                  <a:pt x="749398" y="7887"/>
                </a:lnTo>
                <a:lnTo>
                  <a:pt x="749398" y="87211"/>
                </a:lnTo>
                <a:lnTo>
                  <a:pt x="738978" y="87211"/>
                </a:lnTo>
                <a:lnTo>
                  <a:pt x="698906" y="32004"/>
                </a:lnTo>
                <a:lnTo>
                  <a:pt x="698906" y="87211"/>
                </a:lnTo>
                <a:lnTo>
                  <a:pt x="686342" y="87211"/>
                </a:lnTo>
                <a:close/>
                <a:moveTo>
                  <a:pt x="11811" y="87183"/>
                </a:moveTo>
                <a:lnTo>
                  <a:pt x="0" y="87183"/>
                </a:lnTo>
                <a:lnTo>
                  <a:pt x="0" y="13154"/>
                </a:lnTo>
                <a:lnTo>
                  <a:pt x="9658" y="13154"/>
                </a:lnTo>
                <a:lnTo>
                  <a:pt x="35032" y="47416"/>
                </a:lnTo>
                <a:lnTo>
                  <a:pt x="60312" y="13202"/>
                </a:lnTo>
                <a:lnTo>
                  <a:pt x="70123" y="13202"/>
                </a:lnTo>
                <a:lnTo>
                  <a:pt x="70123" y="87173"/>
                </a:lnTo>
                <a:lnTo>
                  <a:pt x="58159" y="87173"/>
                </a:lnTo>
                <a:lnTo>
                  <a:pt x="58159" y="35871"/>
                </a:lnTo>
                <a:lnTo>
                  <a:pt x="35032" y="67361"/>
                </a:lnTo>
                <a:lnTo>
                  <a:pt x="11811" y="35681"/>
                </a:lnTo>
                <a:close/>
              </a:path>
            </a:pathLst>
          </a:custGeom>
          <a:solidFill>
            <a:srgbClr val="5E8D76">
              <a:alpha val="53333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015927" y="459492"/>
            <a:ext cx="3210077" cy="2004812"/>
          </a:xfrm>
          <a:custGeom>
            <a:avLst/>
            <a:gdLst/>
            <a:ahLst/>
            <a:cxnLst/>
            <a:rect l="0" t="0" r="0" b="0"/>
            <a:pathLst>
              <a:path w="3210077" h="2004812">
                <a:moveTo>
                  <a:pt x="0" y="2004812"/>
                </a:moveTo>
                <a:lnTo>
                  <a:pt x="1288808" y="2004812"/>
                </a:lnTo>
                <a:lnTo>
                  <a:pt x="1288808" y="1873538"/>
                </a:lnTo>
                <a:lnTo>
                  <a:pt x="1217209" y="1873538"/>
                </a:lnTo>
                <a:lnTo>
                  <a:pt x="1432007" y="1658740"/>
                </a:lnTo>
                <a:lnTo>
                  <a:pt x="1646805" y="1873538"/>
                </a:lnTo>
                <a:lnTo>
                  <a:pt x="1575206" y="1873538"/>
                </a:lnTo>
                <a:lnTo>
                  <a:pt x="1575206" y="2004812"/>
                </a:lnTo>
                <a:lnTo>
                  <a:pt x="2864015" y="2004812"/>
                </a:lnTo>
                <a:lnTo>
                  <a:pt x="2864015" y="1575206"/>
                </a:lnTo>
                <a:lnTo>
                  <a:pt x="2995279" y="1575206"/>
                </a:lnTo>
                <a:lnTo>
                  <a:pt x="2995279" y="1646805"/>
                </a:lnTo>
                <a:lnTo>
                  <a:pt x="3210077" y="1432007"/>
                </a:lnTo>
                <a:lnTo>
                  <a:pt x="2995279" y="1217209"/>
                </a:lnTo>
                <a:lnTo>
                  <a:pt x="2995279" y="1288808"/>
                </a:lnTo>
                <a:lnTo>
                  <a:pt x="2864015" y="1288808"/>
                </a:lnTo>
                <a:lnTo>
                  <a:pt x="2864015" y="0"/>
                </a:lnTo>
                <a:lnTo>
                  <a:pt x="0" y="0"/>
                </a:lnTo>
                <a:lnTo>
                  <a:pt x="0" y="2004812"/>
                </a:ln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015927" y="459492"/>
            <a:ext cx="3210079" cy="2004807"/>
          </a:xfrm>
          <a:custGeom>
            <a:avLst/>
            <a:gdLst/>
            <a:ahLst/>
            <a:cxnLst/>
            <a:rect l="0" t="0" r="0" b="0"/>
            <a:pathLst>
              <a:path w="3210079" h="2004807">
                <a:moveTo>
                  <a:pt x="2864011" y="1288805"/>
                </a:moveTo>
                <a:lnTo>
                  <a:pt x="2864011" y="0"/>
                </a:lnTo>
                <a:lnTo>
                  <a:pt x="0" y="0"/>
                </a:lnTo>
                <a:lnTo>
                  <a:pt x="0" y="1288805"/>
                </a:lnTo>
                <a:moveTo>
                  <a:pt x="2864011" y="1288805"/>
                </a:moveTo>
                <a:lnTo>
                  <a:pt x="2995278" y="1288805"/>
                </a:lnTo>
                <a:lnTo>
                  <a:pt x="2995278" y="1217204"/>
                </a:lnTo>
                <a:lnTo>
                  <a:pt x="3210079" y="1432005"/>
                </a:lnTo>
                <a:lnTo>
                  <a:pt x="2995278" y="1646806"/>
                </a:lnTo>
                <a:lnTo>
                  <a:pt x="2995278" y="1575206"/>
                </a:lnTo>
                <a:lnTo>
                  <a:pt x="2864011" y="1575206"/>
                </a:lnTo>
                <a:lnTo>
                  <a:pt x="2864011" y="2004807"/>
                </a:lnTo>
                <a:lnTo>
                  <a:pt x="1575206" y="2004807"/>
                </a:lnTo>
                <a:lnTo>
                  <a:pt x="1575206" y="1873540"/>
                </a:lnTo>
                <a:lnTo>
                  <a:pt x="1646806" y="1873540"/>
                </a:lnTo>
                <a:lnTo>
                  <a:pt x="1432005" y="1658739"/>
                </a:lnTo>
                <a:lnTo>
                  <a:pt x="1217204" y="1873540"/>
                </a:lnTo>
                <a:lnTo>
                  <a:pt x="1288805" y="1873540"/>
                </a:lnTo>
                <a:lnTo>
                  <a:pt x="1288805" y="2004807"/>
                </a:lnTo>
                <a:lnTo>
                  <a:pt x="0" y="2004807"/>
                </a:lnTo>
                <a:lnTo>
                  <a:pt x="0" y="1288805"/>
                </a:lnTo>
              </a:path>
            </a:pathLst>
          </a:custGeom>
          <a:noFill/>
          <a:ln w="8950">
            <a:solidFill>
              <a:srgbClr val="F3F7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879938" y="459492"/>
            <a:ext cx="2864015" cy="2350874"/>
          </a:xfrm>
          <a:custGeom>
            <a:avLst/>
            <a:gdLst/>
            <a:ahLst/>
            <a:cxnLst/>
            <a:rect l="0" t="0" r="0" b="0"/>
            <a:pathLst>
              <a:path w="2864015" h="2350874">
                <a:moveTo>
                  <a:pt x="0" y="1288808"/>
                </a:moveTo>
                <a:lnTo>
                  <a:pt x="131264" y="1288808"/>
                </a:lnTo>
                <a:lnTo>
                  <a:pt x="131264" y="1217209"/>
                </a:lnTo>
                <a:lnTo>
                  <a:pt x="346071" y="1432007"/>
                </a:lnTo>
                <a:lnTo>
                  <a:pt x="131264" y="1646805"/>
                </a:lnTo>
                <a:lnTo>
                  <a:pt x="131264" y="1575206"/>
                </a:lnTo>
                <a:lnTo>
                  <a:pt x="0" y="1575206"/>
                </a:lnTo>
                <a:lnTo>
                  <a:pt x="0" y="2004812"/>
                </a:lnTo>
                <a:lnTo>
                  <a:pt x="1288808" y="2004812"/>
                </a:lnTo>
                <a:lnTo>
                  <a:pt x="1288808" y="2136076"/>
                </a:lnTo>
                <a:lnTo>
                  <a:pt x="1217209" y="2136076"/>
                </a:lnTo>
                <a:lnTo>
                  <a:pt x="1432007" y="2350874"/>
                </a:lnTo>
                <a:lnTo>
                  <a:pt x="1646805" y="2136076"/>
                </a:lnTo>
                <a:lnTo>
                  <a:pt x="1575206" y="2136076"/>
                </a:lnTo>
                <a:lnTo>
                  <a:pt x="1575206" y="2004812"/>
                </a:lnTo>
                <a:lnTo>
                  <a:pt x="2864015" y="2004812"/>
                </a:lnTo>
                <a:lnTo>
                  <a:pt x="2864015" y="0"/>
                </a:lnTo>
                <a:lnTo>
                  <a:pt x="0" y="0"/>
                </a:lnTo>
                <a:lnTo>
                  <a:pt x="0" y="1288808"/>
                </a:ln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879938" y="459492"/>
            <a:ext cx="2864011" cy="2350876"/>
          </a:xfrm>
          <a:custGeom>
            <a:avLst/>
            <a:gdLst/>
            <a:ahLst/>
            <a:cxnLst/>
            <a:rect l="0" t="0" r="0" b="0"/>
            <a:pathLst>
              <a:path w="2864011" h="2350876">
                <a:moveTo>
                  <a:pt x="2864011" y="1145604"/>
                </a:moveTo>
                <a:lnTo>
                  <a:pt x="2864011" y="2004808"/>
                </a:lnTo>
                <a:lnTo>
                  <a:pt x="1575206" y="2004808"/>
                </a:lnTo>
                <a:lnTo>
                  <a:pt x="1575206" y="2136075"/>
                </a:lnTo>
                <a:lnTo>
                  <a:pt x="1646806" y="2136075"/>
                </a:lnTo>
                <a:lnTo>
                  <a:pt x="1432005" y="2350876"/>
                </a:lnTo>
                <a:lnTo>
                  <a:pt x="1217205" y="2136075"/>
                </a:lnTo>
                <a:lnTo>
                  <a:pt x="1288805" y="2136075"/>
                </a:lnTo>
                <a:lnTo>
                  <a:pt x="1288805" y="2004808"/>
                </a:lnTo>
                <a:lnTo>
                  <a:pt x="0" y="2004808"/>
                </a:lnTo>
                <a:lnTo>
                  <a:pt x="0" y="1575206"/>
                </a:lnTo>
                <a:lnTo>
                  <a:pt x="131267" y="1575206"/>
                </a:lnTo>
                <a:lnTo>
                  <a:pt x="131267" y="1646806"/>
                </a:lnTo>
                <a:lnTo>
                  <a:pt x="346068" y="1432005"/>
                </a:lnTo>
                <a:lnTo>
                  <a:pt x="131267" y="1217204"/>
                </a:lnTo>
                <a:lnTo>
                  <a:pt x="131267" y="1288805"/>
                </a:lnTo>
                <a:lnTo>
                  <a:pt x="0" y="1288805"/>
                </a:lnTo>
                <a:lnTo>
                  <a:pt x="0" y="1145604"/>
                </a:lnTo>
                <a:moveTo>
                  <a:pt x="2864011" y="1288805"/>
                </a:moveTo>
                <a:lnTo>
                  <a:pt x="2864011" y="0"/>
                </a:lnTo>
                <a:lnTo>
                  <a:pt x="0" y="0"/>
                </a:lnTo>
                <a:lnTo>
                  <a:pt x="0" y="1288805"/>
                </a:lnTo>
              </a:path>
            </a:pathLst>
          </a:custGeom>
          <a:noFill/>
          <a:ln w="8950">
            <a:solidFill>
              <a:srgbClr val="F3F7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015927" y="2118266"/>
            <a:ext cx="2864015" cy="2565673"/>
          </a:xfrm>
          <a:custGeom>
            <a:avLst/>
            <a:gdLst/>
            <a:ahLst/>
            <a:cxnLst/>
            <a:rect l="0" t="0" r="0" b="0"/>
            <a:pathLst>
              <a:path w="2864015" h="2565673">
                <a:moveTo>
                  <a:pt x="2864015" y="2565673"/>
                </a:moveTo>
                <a:lnTo>
                  <a:pt x="0" y="2565673"/>
                </a:lnTo>
                <a:lnTo>
                  <a:pt x="0" y="346071"/>
                </a:lnTo>
                <a:lnTo>
                  <a:pt x="1288808" y="346071"/>
                </a:lnTo>
                <a:lnTo>
                  <a:pt x="1288808" y="214798"/>
                </a:lnTo>
                <a:lnTo>
                  <a:pt x="1217209" y="214798"/>
                </a:lnTo>
                <a:lnTo>
                  <a:pt x="1432007" y="0"/>
                </a:lnTo>
                <a:lnTo>
                  <a:pt x="1646805" y="214798"/>
                </a:lnTo>
                <a:lnTo>
                  <a:pt x="1575206" y="214798"/>
                </a:lnTo>
                <a:lnTo>
                  <a:pt x="1575206" y="346071"/>
                </a:lnTo>
                <a:lnTo>
                  <a:pt x="2864015" y="346071"/>
                </a:lnTo>
                <a:lnTo>
                  <a:pt x="2864015" y="775668"/>
                </a:lnTo>
                <a:lnTo>
                  <a:pt x="2732741" y="775668"/>
                </a:lnTo>
                <a:lnTo>
                  <a:pt x="2732741" y="704068"/>
                </a:lnTo>
                <a:lnTo>
                  <a:pt x="2517943" y="918867"/>
                </a:lnTo>
                <a:lnTo>
                  <a:pt x="2732741" y="1133665"/>
                </a:lnTo>
                <a:lnTo>
                  <a:pt x="2732741" y="1062066"/>
                </a:lnTo>
                <a:lnTo>
                  <a:pt x="2864015" y="1062066"/>
                </a:lnTo>
                <a:lnTo>
                  <a:pt x="2864015" y="2565673"/>
                </a:ln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015927" y="2118265"/>
            <a:ext cx="2864011" cy="2565676"/>
          </a:xfrm>
          <a:custGeom>
            <a:avLst/>
            <a:gdLst/>
            <a:ahLst/>
            <a:cxnLst/>
            <a:rect l="0" t="0" r="0" b="0"/>
            <a:pathLst>
              <a:path w="2864011" h="2565676">
                <a:moveTo>
                  <a:pt x="2864011" y="1205271"/>
                </a:moveTo>
                <a:lnTo>
                  <a:pt x="2864011" y="1062070"/>
                </a:lnTo>
                <a:lnTo>
                  <a:pt x="2732743" y="1062070"/>
                </a:lnTo>
                <a:lnTo>
                  <a:pt x="2732743" y="1133671"/>
                </a:lnTo>
                <a:lnTo>
                  <a:pt x="2517943" y="918870"/>
                </a:lnTo>
                <a:lnTo>
                  <a:pt x="2732743" y="704069"/>
                </a:lnTo>
                <a:lnTo>
                  <a:pt x="2732743" y="775669"/>
                </a:lnTo>
                <a:lnTo>
                  <a:pt x="2864011" y="775669"/>
                </a:lnTo>
                <a:lnTo>
                  <a:pt x="2864011" y="346068"/>
                </a:lnTo>
                <a:lnTo>
                  <a:pt x="1575206" y="346068"/>
                </a:lnTo>
                <a:lnTo>
                  <a:pt x="1575206" y="214800"/>
                </a:lnTo>
                <a:lnTo>
                  <a:pt x="1646806" y="214800"/>
                </a:lnTo>
                <a:lnTo>
                  <a:pt x="1432005" y="0"/>
                </a:lnTo>
                <a:lnTo>
                  <a:pt x="1217204" y="214800"/>
                </a:lnTo>
                <a:lnTo>
                  <a:pt x="1288805" y="214800"/>
                </a:lnTo>
                <a:lnTo>
                  <a:pt x="1288805" y="346068"/>
                </a:lnTo>
                <a:lnTo>
                  <a:pt x="0" y="346068"/>
                </a:lnTo>
                <a:lnTo>
                  <a:pt x="0" y="1205271"/>
                </a:lnTo>
                <a:moveTo>
                  <a:pt x="2864011" y="1205271"/>
                </a:moveTo>
                <a:lnTo>
                  <a:pt x="2864011" y="1849673"/>
                </a:lnTo>
                <a:moveTo>
                  <a:pt x="0" y="1849673"/>
                </a:moveTo>
                <a:lnTo>
                  <a:pt x="0" y="1205271"/>
                </a:lnTo>
                <a:moveTo>
                  <a:pt x="2864011" y="1849673"/>
                </a:moveTo>
                <a:lnTo>
                  <a:pt x="2864011" y="2565676"/>
                </a:lnTo>
                <a:lnTo>
                  <a:pt x="0" y="2565676"/>
                </a:lnTo>
                <a:lnTo>
                  <a:pt x="0" y="1849673"/>
                </a:lnTo>
              </a:path>
            </a:pathLst>
          </a:custGeom>
          <a:noFill/>
          <a:ln w="8950">
            <a:solidFill>
              <a:srgbClr val="F3F7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533870" y="2464333"/>
            <a:ext cx="3210077" cy="2219610"/>
          </a:xfrm>
          <a:custGeom>
            <a:avLst/>
            <a:gdLst/>
            <a:ahLst/>
            <a:cxnLst/>
            <a:rect l="0" t="0" r="0" b="0"/>
            <a:pathLst>
              <a:path w="3210077" h="2219610">
                <a:moveTo>
                  <a:pt x="346071" y="2219610"/>
                </a:moveTo>
                <a:lnTo>
                  <a:pt x="3210077" y="2219610"/>
                </a:lnTo>
                <a:lnTo>
                  <a:pt x="3210077" y="0"/>
                </a:lnTo>
                <a:lnTo>
                  <a:pt x="1921278" y="0"/>
                </a:lnTo>
                <a:lnTo>
                  <a:pt x="1921278" y="131264"/>
                </a:lnTo>
                <a:lnTo>
                  <a:pt x="1992877" y="131264"/>
                </a:lnTo>
                <a:lnTo>
                  <a:pt x="1778069" y="346071"/>
                </a:lnTo>
                <a:lnTo>
                  <a:pt x="1563271" y="131264"/>
                </a:lnTo>
                <a:lnTo>
                  <a:pt x="1634870" y="131264"/>
                </a:lnTo>
                <a:lnTo>
                  <a:pt x="1634870" y="0"/>
                </a:lnTo>
                <a:lnTo>
                  <a:pt x="346071" y="0"/>
                </a:lnTo>
                <a:lnTo>
                  <a:pt x="346071" y="429606"/>
                </a:lnTo>
                <a:lnTo>
                  <a:pt x="214798" y="429606"/>
                </a:lnTo>
                <a:lnTo>
                  <a:pt x="214798" y="357997"/>
                </a:lnTo>
                <a:lnTo>
                  <a:pt x="0" y="572804"/>
                </a:lnTo>
                <a:lnTo>
                  <a:pt x="214798" y="787603"/>
                </a:lnTo>
                <a:lnTo>
                  <a:pt x="214798" y="716003"/>
                </a:lnTo>
                <a:lnTo>
                  <a:pt x="346071" y="716003"/>
                </a:lnTo>
                <a:lnTo>
                  <a:pt x="346071" y="2219610"/>
                </a:ln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533870" y="2464333"/>
            <a:ext cx="3210080" cy="2219608"/>
          </a:xfrm>
          <a:custGeom>
            <a:avLst/>
            <a:gdLst/>
            <a:ahLst/>
            <a:cxnLst/>
            <a:rect l="0" t="0" r="0" b="0"/>
            <a:pathLst>
              <a:path w="3210080" h="2219608">
                <a:moveTo>
                  <a:pt x="346068" y="859203"/>
                </a:moveTo>
                <a:lnTo>
                  <a:pt x="346068" y="716002"/>
                </a:lnTo>
                <a:lnTo>
                  <a:pt x="214800" y="716002"/>
                </a:lnTo>
                <a:lnTo>
                  <a:pt x="214800" y="787603"/>
                </a:lnTo>
                <a:lnTo>
                  <a:pt x="0" y="572802"/>
                </a:lnTo>
                <a:lnTo>
                  <a:pt x="214800" y="358001"/>
                </a:lnTo>
                <a:lnTo>
                  <a:pt x="214800" y="429601"/>
                </a:lnTo>
                <a:lnTo>
                  <a:pt x="346068" y="429601"/>
                </a:lnTo>
                <a:lnTo>
                  <a:pt x="346068" y="0"/>
                </a:lnTo>
                <a:lnTo>
                  <a:pt x="1634873" y="0"/>
                </a:lnTo>
                <a:lnTo>
                  <a:pt x="1634873" y="131267"/>
                </a:lnTo>
                <a:lnTo>
                  <a:pt x="1563273" y="131267"/>
                </a:lnTo>
                <a:lnTo>
                  <a:pt x="1778074" y="346068"/>
                </a:lnTo>
                <a:lnTo>
                  <a:pt x="1992874" y="131267"/>
                </a:lnTo>
                <a:lnTo>
                  <a:pt x="1921274" y="131267"/>
                </a:lnTo>
                <a:lnTo>
                  <a:pt x="1921274" y="0"/>
                </a:lnTo>
                <a:lnTo>
                  <a:pt x="3210080" y="0"/>
                </a:lnTo>
                <a:lnTo>
                  <a:pt x="3210080" y="859203"/>
                </a:lnTo>
                <a:moveTo>
                  <a:pt x="3210079" y="859203"/>
                </a:moveTo>
                <a:lnTo>
                  <a:pt x="3210079" y="1503605"/>
                </a:lnTo>
                <a:moveTo>
                  <a:pt x="346068" y="1503605"/>
                </a:moveTo>
                <a:lnTo>
                  <a:pt x="346068" y="859203"/>
                </a:lnTo>
                <a:moveTo>
                  <a:pt x="3210079" y="1503605"/>
                </a:moveTo>
                <a:lnTo>
                  <a:pt x="3210079" y="2219608"/>
                </a:lnTo>
                <a:lnTo>
                  <a:pt x="346068" y="2219608"/>
                </a:lnTo>
                <a:lnTo>
                  <a:pt x="346068" y="1503605"/>
                </a:lnTo>
              </a:path>
            </a:pathLst>
          </a:custGeom>
          <a:noFill/>
          <a:ln w="8950">
            <a:solidFill>
              <a:srgbClr val="F3F7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92349" y="889091"/>
            <a:ext cx="91058" cy="21479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300" b="1">
                <a:solidFill>
                  <a:srgbClr val="22403B"/>
                </a:solidFill>
                <a:latin typeface="Roboto Slab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44761" y="889091"/>
            <a:ext cx="114246" cy="21479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300" b="1">
                <a:solidFill>
                  <a:srgbClr val="22403B"/>
                </a:solidFill>
                <a:latin typeface="Roboto Slab"/>
              </a:rPr>
              <a:t>2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419100" y="400050"/>
            <a:ext cx="2349179" cy="1828800"/>
            <a:chOff x="419100" y="400050"/>
            <a:chExt cx="2349179" cy="1828800"/>
          </a:xfrm>
        </p:grpSpPr>
        <p:sp>
          <p:nvSpPr>
            <p:cNvPr id="12" name="TextBox 11"/>
            <p:cNvSpPr txBox="1"/>
            <p:nvPr/>
          </p:nvSpPr>
          <p:spPr>
            <a:xfrm>
              <a:off x="419100" y="400050"/>
              <a:ext cx="2701555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3600" b="1">
                  <a:solidFill>
                    <a:srgbClr val="22403B"/>
                  </a:solidFill>
                  <a:latin typeface="Roboto Slab"/>
                </a:rPr>
                <a:t>Machine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419100" y="857250"/>
              <a:ext cx="2701555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3600" b="1">
                  <a:solidFill>
                    <a:srgbClr val="22403B"/>
                  </a:solidFill>
                  <a:latin typeface="Roboto Slab"/>
                </a:rPr>
                <a:t>Learning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419100" y="1314450"/>
              <a:ext cx="2701555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3600" b="1">
                  <a:solidFill>
                    <a:srgbClr val="22403B"/>
                  </a:solidFill>
                  <a:latin typeface="Roboto Slab"/>
                </a:rPr>
                <a:t>Algorithm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419100" y="1771650"/>
              <a:ext cx="2701555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3600" b="1">
                  <a:solidFill>
                    <a:srgbClr val="22403B"/>
                  </a:solidFill>
                  <a:latin typeface="Roboto Slab"/>
                </a:rPr>
                <a:t>Cycle</a:t>
              </a:r>
            </a:p>
          </p:txBody>
        </p:sp>
      </p:grpSp>
      <p:sp>
        <p:nvSpPr>
          <p:cNvPr id="17" name="TextBox 16"/>
          <p:cNvSpPr txBox="1"/>
          <p:nvPr/>
        </p:nvSpPr>
        <p:spPr>
          <a:xfrm>
            <a:off x="3464579" y="1247092"/>
            <a:ext cx="1421850" cy="21479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300" b="1">
                <a:solidFill>
                  <a:srgbClr val="22403B"/>
                </a:solidFill>
                <a:latin typeface="Roboto Slab"/>
              </a:rPr>
              <a:t>Predict Values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8590" y="1247092"/>
            <a:ext cx="1294426" cy="21479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300" b="1">
                <a:solidFill>
                  <a:srgbClr val="22403B"/>
                </a:solidFill>
                <a:latin typeface="Roboto Slab"/>
              </a:rPr>
              <a:t>Classify Data</a:t>
            </a:r>
          </a:p>
        </p:txBody>
      </p:sp>
      <p:grpSp>
        <p:nvGrpSpPr>
          <p:cNvPr id="21" name="Group 20"/>
          <p:cNvGrpSpPr/>
          <p:nvPr/>
        </p:nvGrpSpPr>
        <p:grpSpPr>
          <a:xfrm>
            <a:off x="3464579" y="1605097"/>
            <a:ext cx="1773735" cy="429633"/>
            <a:chOff x="3464579" y="1605097"/>
            <a:chExt cx="1773735" cy="429633"/>
          </a:xfrm>
        </p:grpSpPr>
        <p:sp>
          <p:nvSpPr>
            <p:cNvPr id="19" name="TextBox 18"/>
            <p:cNvSpPr txBox="1"/>
            <p:nvPr/>
          </p:nvSpPr>
          <p:spPr>
            <a:xfrm>
              <a:off x="3464579" y="1605097"/>
              <a:ext cx="2039795" cy="214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300" b="1">
                  <a:solidFill>
                    <a:srgbClr val="22403B"/>
                  </a:solidFill>
                  <a:latin typeface="Roboto"/>
                </a:rPr>
                <a:t>Linear Regression for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3464579" y="1819885"/>
              <a:ext cx="2039795" cy="2148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300" b="1">
                  <a:solidFill>
                    <a:srgbClr val="22403B"/>
                  </a:solidFill>
                  <a:latin typeface="Roboto"/>
                </a:rPr>
                <a:t>value prediction</a:t>
              </a: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6328590" y="1605097"/>
            <a:ext cx="1905600" cy="429633"/>
            <a:chOff x="6328590" y="1605097"/>
            <a:chExt cx="1905600" cy="429633"/>
          </a:xfrm>
        </p:grpSpPr>
        <p:sp>
          <p:nvSpPr>
            <p:cNvPr id="22" name="TextBox 21"/>
            <p:cNvSpPr txBox="1"/>
            <p:nvPr/>
          </p:nvSpPr>
          <p:spPr>
            <a:xfrm>
              <a:off x="6328590" y="1605097"/>
              <a:ext cx="2191440" cy="214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300" b="1">
                  <a:solidFill>
                    <a:srgbClr val="22403B"/>
                  </a:solidFill>
                  <a:latin typeface="Roboto"/>
                </a:rPr>
                <a:t>Decision Trees for data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6328590" y="1819885"/>
              <a:ext cx="2191440" cy="2148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300" b="1">
                  <a:solidFill>
                    <a:srgbClr val="22403B"/>
                  </a:solidFill>
                  <a:latin typeface="Roboto"/>
                </a:rPr>
                <a:t>classification</a:t>
              </a:r>
            </a:p>
          </p:txBody>
        </p:sp>
      </p:grpSp>
      <p:sp>
        <p:nvSpPr>
          <p:cNvPr id="25" name="TextBox 24"/>
          <p:cNvSpPr txBox="1"/>
          <p:nvPr/>
        </p:nvSpPr>
        <p:spPr>
          <a:xfrm>
            <a:off x="3479643" y="2893931"/>
            <a:ext cx="116470" cy="21479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300" b="1">
                <a:solidFill>
                  <a:srgbClr val="22403B"/>
                </a:solidFill>
                <a:latin typeface="Roboto Slab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45965" y="2893931"/>
            <a:ext cx="111847" cy="21479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300" b="1">
                <a:solidFill>
                  <a:srgbClr val="22403B"/>
                </a:solidFill>
                <a:latin typeface="Roboto Slab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64579" y="3251932"/>
            <a:ext cx="1090149" cy="21479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300" b="1">
                <a:solidFill>
                  <a:srgbClr val="22403B"/>
                </a:solidFill>
                <a:latin typeface="Roboto Slab"/>
              </a:rPr>
              <a:t>Group Data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28590" y="3251932"/>
            <a:ext cx="1885752" cy="21479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300" b="1">
                <a:solidFill>
                  <a:srgbClr val="22403B"/>
                </a:solidFill>
                <a:latin typeface="Roboto Slab"/>
              </a:rPr>
              <a:t>Recognize Patterns</a:t>
            </a:r>
          </a:p>
        </p:txBody>
      </p:sp>
      <p:grpSp>
        <p:nvGrpSpPr>
          <p:cNvPr id="31" name="Group 30"/>
          <p:cNvGrpSpPr/>
          <p:nvPr/>
        </p:nvGrpSpPr>
        <p:grpSpPr>
          <a:xfrm>
            <a:off x="3464579" y="3609937"/>
            <a:ext cx="1908124" cy="429633"/>
            <a:chOff x="3464579" y="3609937"/>
            <a:chExt cx="1908124" cy="429633"/>
          </a:xfrm>
        </p:grpSpPr>
        <p:sp>
          <p:nvSpPr>
            <p:cNvPr id="29" name="TextBox 28"/>
            <p:cNvSpPr txBox="1"/>
            <p:nvPr/>
          </p:nvSpPr>
          <p:spPr>
            <a:xfrm>
              <a:off x="3464579" y="3609937"/>
              <a:ext cx="2194342" cy="214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300" b="1">
                  <a:solidFill>
                    <a:srgbClr val="22403B"/>
                  </a:solidFill>
                  <a:latin typeface="Roboto"/>
                </a:rPr>
                <a:t>K-Means Clustering for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3464579" y="3824725"/>
              <a:ext cx="2194342" cy="2148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300" b="1">
                  <a:solidFill>
                    <a:srgbClr val="22403B"/>
                  </a:solidFill>
                  <a:latin typeface="Roboto"/>
                </a:rPr>
                <a:t>data grouping</a:t>
              </a:r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6328590" y="3609940"/>
            <a:ext cx="1662560" cy="644470"/>
            <a:chOff x="6328590" y="3609940"/>
            <a:chExt cx="1662560" cy="644470"/>
          </a:xfrm>
        </p:grpSpPr>
        <p:sp>
          <p:nvSpPr>
            <p:cNvPr id="32" name="TextBox 31"/>
            <p:cNvSpPr txBox="1"/>
            <p:nvPr/>
          </p:nvSpPr>
          <p:spPr>
            <a:xfrm>
              <a:off x="6328590" y="3609940"/>
              <a:ext cx="1911944" cy="214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300" b="1">
                  <a:solidFill>
                    <a:srgbClr val="22403B"/>
                  </a:solidFill>
                  <a:latin typeface="Roboto"/>
                </a:rPr>
                <a:t>Neural Networks for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6328590" y="3824728"/>
              <a:ext cx="1911944" cy="2148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300" b="1">
                  <a:solidFill>
                    <a:srgbClr val="22403B"/>
                  </a:solidFill>
                  <a:latin typeface="Roboto"/>
                </a:rPr>
                <a:t>complex pattern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6328590" y="4039612"/>
              <a:ext cx="1911944" cy="2147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300" b="1">
                  <a:solidFill>
                    <a:srgbClr val="22403B"/>
                  </a:solidFill>
                  <a:latin typeface="Roboto"/>
                </a:rPr>
                <a:t>recognition</a:t>
              </a:r>
            </a:p>
          </p:txBody>
        </p:sp>
      </p:grpSp>
      <p:sp>
        <p:nvSpPr>
          <p:cNvPr id="36" name="Rounded Rectangle 35"/>
          <p:cNvSpPr/>
          <p:nvPr/>
        </p:nvSpPr>
        <p:spPr>
          <a:xfrm>
            <a:off x="228600" y="4829136"/>
            <a:ext cx="1025290" cy="114677"/>
          </a:xfrm>
          <a:custGeom>
            <a:avLst/>
            <a:gdLst/>
            <a:ahLst/>
            <a:cxnLst/>
            <a:rect l="0" t="0" r="0" b="0"/>
            <a:pathLst>
              <a:path w="1025290" h="114677">
                <a:moveTo>
                  <a:pt x="583720" y="112024"/>
                </a:moveTo>
                <a:cubicBezTo>
                  <a:pt x="584031" y="113167"/>
                  <a:pt x="584928" y="114062"/>
                  <a:pt x="586072" y="114370"/>
                </a:cubicBezTo>
                <a:cubicBezTo>
                  <a:pt x="587216" y="114677"/>
                  <a:pt x="588441" y="114353"/>
                  <a:pt x="589283" y="113519"/>
                </a:cubicBezTo>
                <a:lnTo>
                  <a:pt x="638841" y="64551"/>
                </a:lnTo>
                <a:lnTo>
                  <a:pt x="579948" y="98108"/>
                </a:lnTo>
                <a:close/>
                <a:moveTo>
                  <a:pt x="562613" y="581"/>
                </a:moveTo>
                <a:cubicBezTo>
                  <a:pt x="561581" y="0"/>
                  <a:pt x="560315" y="9"/>
                  <a:pt x="559293" y="606"/>
                </a:cubicBezTo>
                <a:cubicBezTo>
                  <a:pt x="558270" y="1204"/>
                  <a:pt x="557640" y="2302"/>
                  <a:pt x="557641" y="3486"/>
                </a:cubicBezTo>
                <a:lnTo>
                  <a:pt x="557641" y="33119"/>
                </a:lnTo>
                <a:lnTo>
                  <a:pt x="588845" y="15326"/>
                </a:lnTo>
                <a:close/>
                <a:moveTo>
                  <a:pt x="598122" y="20631"/>
                </a:moveTo>
                <a:lnTo>
                  <a:pt x="557641" y="43692"/>
                </a:lnTo>
                <a:lnTo>
                  <a:pt x="557641" y="66980"/>
                </a:lnTo>
                <a:lnTo>
                  <a:pt x="618515" y="32271"/>
                </a:lnTo>
                <a:close/>
                <a:moveTo>
                  <a:pt x="642966" y="52093"/>
                </a:moveTo>
                <a:cubicBezTo>
                  <a:pt x="644009" y="51501"/>
                  <a:pt x="644656" y="50391"/>
                  <a:pt x="644656" y="49192"/>
                </a:cubicBezTo>
                <a:cubicBezTo>
                  <a:pt x="644656" y="47993"/>
                  <a:pt x="644009" y="46883"/>
                  <a:pt x="642966" y="46292"/>
                </a:cubicBezTo>
                <a:lnTo>
                  <a:pt x="627802" y="37719"/>
                </a:lnTo>
                <a:lnTo>
                  <a:pt x="557650" y="77715"/>
                </a:lnTo>
                <a:lnTo>
                  <a:pt x="557650" y="94688"/>
                </a:lnTo>
                <a:cubicBezTo>
                  <a:pt x="557648" y="95875"/>
                  <a:pt x="558279" y="96977"/>
                  <a:pt x="559304" y="97575"/>
                </a:cubicBezTo>
                <a:cubicBezTo>
                  <a:pt x="560330" y="98173"/>
                  <a:pt x="561600" y="98180"/>
                  <a:pt x="562632" y="97593"/>
                </a:cubicBezTo>
                <a:lnTo>
                  <a:pt x="642975" y="52093"/>
                </a:lnTo>
                <a:close/>
                <a:moveTo>
                  <a:pt x="386162" y="14450"/>
                </a:moveTo>
                <a:cubicBezTo>
                  <a:pt x="386162" y="10325"/>
                  <a:pt x="389543" y="6992"/>
                  <a:pt x="393706" y="6992"/>
                </a:cubicBezTo>
                <a:cubicBezTo>
                  <a:pt x="397868" y="6992"/>
                  <a:pt x="401250" y="10325"/>
                  <a:pt x="401250" y="14450"/>
                </a:cubicBezTo>
                <a:cubicBezTo>
                  <a:pt x="401250" y="18574"/>
                  <a:pt x="397868" y="21908"/>
                  <a:pt x="393706" y="21908"/>
                </a:cubicBezTo>
                <a:cubicBezTo>
                  <a:pt x="389543" y="21908"/>
                  <a:pt x="386162" y="18574"/>
                  <a:pt x="386162" y="14450"/>
                </a:cubicBezTo>
                <a:close/>
                <a:moveTo>
                  <a:pt x="949766" y="14450"/>
                </a:moveTo>
                <a:cubicBezTo>
                  <a:pt x="949766" y="10325"/>
                  <a:pt x="953147" y="6992"/>
                  <a:pt x="957310" y="6992"/>
                </a:cubicBezTo>
                <a:cubicBezTo>
                  <a:pt x="961472" y="6992"/>
                  <a:pt x="964853" y="10325"/>
                  <a:pt x="964853" y="14450"/>
                </a:cubicBezTo>
                <a:cubicBezTo>
                  <a:pt x="964853" y="18574"/>
                  <a:pt x="961472" y="21908"/>
                  <a:pt x="957310" y="21908"/>
                </a:cubicBezTo>
                <a:cubicBezTo>
                  <a:pt x="953147" y="21908"/>
                  <a:pt x="949766" y="18574"/>
                  <a:pt x="949766" y="14450"/>
                </a:cubicBezTo>
                <a:close/>
                <a:moveTo>
                  <a:pt x="131083" y="87183"/>
                </a:moveTo>
                <a:lnTo>
                  <a:pt x="118986" y="87183"/>
                </a:lnTo>
                <a:lnTo>
                  <a:pt x="118986" y="82544"/>
                </a:lnTo>
                <a:cubicBezTo>
                  <a:pt x="116357" y="84459"/>
                  <a:pt x="110756" y="88345"/>
                  <a:pt x="101069" y="88345"/>
                </a:cubicBezTo>
                <a:cubicBezTo>
                  <a:pt x="89620" y="88345"/>
                  <a:pt x="79409" y="80782"/>
                  <a:pt x="80714" y="68552"/>
                </a:cubicBezTo>
                <a:cubicBezTo>
                  <a:pt x="81838" y="58017"/>
                  <a:pt x="91697" y="53464"/>
                  <a:pt x="98317" y="52102"/>
                </a:cubicBezTo>
                <a:lnTo>
                  <a:pt x="118986" y="48816"/>
                </a:lnTo>
                <a:cubicBezTo>
                  <a:pt x="118986" y="43682"/>
                  <a:pt x="116224" y="39710"/>
                  <a:pt x="108851" y="39234"/>
                </a:cubicBezTo>
                <a:cubicBezTo>
                  <a:pt x="101479" y="38758"/>
                  <a:pt x="97326" y="42139"/>
                  <a:pt x="93887" y="48921"/>
                </a:cubicBezTo>
                <a:lnTo>
                  <a:pt x="83181" y="43158"/>
                </a:lnTo>
                <a:cubicBezTo>
                  <a:pt x="94783" y="18098"/>
                  <a:pt x="131083" y="26356"/>
                  <a:pt x="131083" y="47101"/>
                </a:cubicBezTo>
                <a:lnTo>
                  <a:pt x="131083" y="87173"/>
                </a:lnTo>
                <a:close/>
                <a:moveTo>
                  <a:pt x="118986" y="59941"/>
                </a:moveTo>
                <a:lnTo>
                  <a:pt x="101688" y="62770"/>
                </a:lnTo>
                <a:cubicBezTo>
                  <a:pt x="97450" y="63789"/>
                  <a:pt x="92592" y="66037"/>
                  <a:pt x="93059" y="71324"/>
                </a:cubicBezTo>
                <a:cubicBezTo>
                  <a:pt x="93649" y="77934"/>
                  <a:pt x="105594" y="78610"/>
                  <a:pt x="111185" y="75086"/>
                </a:cubicBezTo>
                <a:cubicBezTo>
                  <a:pt x="118395" y="70533"/>
                  <a:pt x="119043" y="63713"/>
                  <a:pt x="118986" y="59941"/>
                </a:cubicBezTo>
                <a:close/>
                <a:moveTo>
                  <a:pt x="811091" y="87183"/>
                </a:moveTo>
                <a:lnTo>
                  <a:pt x="798995" y="87183"/>
                </a:lnTo>
                <a:lnTo>
                  <a:pt x="798995" y="82544"/>
                </a:lnTo>
                <a:cubicBezTo>
                  <a:pt x="796366" y="84459"/>
                  <a:pt x="790765" y="88345"/>
                  <a:pt x="781078" y="88345"/>
                </a:cubicBezTo>
                <a:cubicBezTo>
                  <a:pt x="769629" y="88345"/>
                  <a:pt x="759418" y="80782"/>
                  <a:pt x="760723" y="68552"/>
                </a:cubicBezTo>
                <a:cubicBezTo>
                  <a:pt x="761847" y="58017"/>
                  <a:pt x="771705" y="53464"/>
                  <a:pt x="778325" y="52102"/>
                </a:cubicBezTo>
                <a:lnTo>
                  <a:pt x="798995" y="48816"/>
                </a:lnTo>
                <a:cubicBezTo>
                  <a:pt x="798995" y="43682"/>
                  <a:pt x="796232" y="39710"/>
                  <a:pt x="788860" y="39234"/>
                </a:cubicBezTo>
                <a:cubicBezTo>
                  <a:pt x="781488" y="38758"/>
                  <a:pt x="777335" y="42139"/>
                  <a:pt x="773896" y="48921"/>
                </a:cubicBezTo>
                <a:lnTo>
                  <a:pt x="763190" y="43158"/>
                </a:lnTo>
                <a:cubicBezTo>
                  <a:pt x="774792" y="18098"/>
                  <a:pt x="811091" y="26356"/>
                  <a:pt x="811091" y="47101"/>
                </a:cubicBezTo>
                <a:lnTo>
                  <a:pt x="811091" y="87173"/>
                </a:lnTo>
                <a:close/>
                <a:moveTo>
                  <a:pt x="798995" y="59941"/>
                </a:moveTo>
                <a:lnTo>
                  <a:pt x="798985" y="59941"/>
                </a:lnTo>
                <a:lnTo>
                  <a:pt x="781688" y="62770"/>
                </a:lnTo>
                <a:cubicBezTo>
                  <a:pt x="777449" y="63789"/>
                  <a:pt x="772591" y="66037"/>
                  <a:pt x="773058" y="71324"/>
                </a:cubicBezTo>
                <a:cubicBezTo>
                  <a:pt x="773649" y="77934"/>
                  <a:pt x="785593" y="78610"/>
                  <a:pt x="791184" y="75086"/>
                </a:cubicBezTo>
                <a:cubicBezTo>
                  <a:pt x="798404" y="70533"/>
                  <a:pt x="799052" y="63713"/>
                  <a:pt x="798995" y="59941"/>
                </a:cubicBezTo>
                <a:close/>
                <a:moveTo>
                  <a:pt x="905789" y="87183"/>
                </a:moveTo>
                <a:lnTo>
                  <a:pt x="893921" y="87183"/>
                </a:lnTo>
                <a:lnTo>
                  <a:pt x="893921" y="6696"/>
                </a:lnTo>
                <a:lnTo>
                  <a:pt x="905789" y="6696"/>
                </a:lnTo>
                <a:lnTo>
                  <a:pt x="905789" y="53321"/>
                </a:lnTo>
                <a:lnTo>
                  <a:pt x="931316" y="28947"/>
                </a:lnTo>
                <a:lnTo>
                  <a:pt x="947870" y="28947"/>
                </a:lnTo>
                <a:lnTo>
                  <a:pt x="922791" y="53093"/>
                </a:lnTo>
                <a:lnTo>
                  <a:pt x="948651" y="87173"/>
                </a:lnTo>
                <a:lnTo>
                  <a:pt x="933831" y="87173"/>
                </a:lnTo>
                <a:lnTo>
                  <a:pt x="914047" y="61389"/>
                </a:lnTo>
                <a:lnTo>
                  <a:pt x="905789" y="69428"/>
                </a:lnTo>
                <a:lnTo>
                  <a:pt x="905789" y="87173"/>
                </a:lnTo>
                <a:close/>
                <a:moveTo>
                  <a:pt x="963444" y="28947"/>
                </a:moveTo>
                <a:lnTo>
                  <a:pt x="951490" y="28947"/>
                </a:lnTo>
                <a:lnTo>
                  <a:pt x="951490" y="87173"/>
                </a:lnTo>
                <a:lnTo>
                  <a:pt x="963444" y="87173"/>
                </a:lnTo>
                <a:close/>
                <a:moveTo>
                  <a:pt x="399564" y="28947"/>
                </a:moveTo>
                <a:lnTo>
                  <a:pt x="387610" y="28947"/>
                </a:lnTo>
                <a:lnTo>
                  <a:pt x="387610" y="87173"/>
                </a:lnTo>
                <a:lnTo>
                  <a:pt x="399564" y="87173"/>
                </a:lnTo>
                <a:close/>
                <a:moveTo>
                  <a:pt x="452751" y="87173"/>
                </a:moveTo>
                <a:lnTo>
                  <a:pt x="452751" y="6677"/>
                </a:lnTo>
                <a:lnTo>
                  <a:pt x="464705" y="6677"/>
                </a:lnTo>
                <a:lnTo>
                  <a:pt x="464705" y="32347"/>
                </a:lnTo>
                <a:cubicBezTo>
                  <a:pt x="468144" y="29052"/>
                  <a:pt x="474230" y="27728"/>
                  <a:pt x="478707" y="27728"/>
                </a:cubicBezTo>
                <a:cubicBezTo>
                  <a:pt x="492537" y="27728"/>
                  <a:pt x="502300" y="38034"/>
                  <a:pt x="502110" y="51045"/>
                </a:cubicBezTo>
                <a:lnTo>
                  <a:pt x="502110" y="87164"/>
                </a:lnTo>
                <a:lnTo>
                  <a:pt x="490013" y="87164"/>
                </a:lnTo>
                <a:lnTo>
                  <a:pt x="490013" y="52112"/>
                </a:lnTo>
                <a:cubicBezTo>
                  <a:pt x="490013" y="48225"/>
                  <a:pt x="487975" y="39358"/>
                  <a:pt x="477488" y="39358"/>
                </a:cubicBezTo>
                <a:cubicBezTo>
                  <a:pt x="468268" y="39358"/>
                  <a:pt x="464705" y="46559"/>
                  <a:pt x="464705" y="52112"/>
                </a:cubicBezTo>
                <a:lnTo>
                  <a:pt x="464705" y="87173"/>
                </a:lnTo>
                <a:close/>
                <a:moveTo>
                  <a:pt x="407412" y="40558"/>
                </a:moveTo>
                <a:lnTo>
                  <a:pt x="407412" y="28985"/>
                </a:lnTo>
                <a:lnTo>
                  <a:pt x="413327" y="28985"/>
                </a:lnTo>
                <a:cubicBezTo>
                  <a:pt x="414464" y="28985"/>
                  <a:pt x="415555" y="28533"/>
                  <a:pt x="416358" y="27729"/>
                </a:cubicBezTo>
                <a:cubicBezTo>
                  <a:pt x="417162" y="26926"/>
                  <a:pt x="417614" y="25835"/>
                  <a:pt x="417614" y="24699"/>
                </a:cubicBezTo>
                <a:lnTo>
                  <a:pt x="417614" y="16555"/>
                </a:lnTo>
                <a:lnTo>
                  <a:pt x="429529" y="16555"/>
                </a:lnTo>
                <a:lnTo>
                  <a:pt x="429529" y="28985"/>
                </a:lnTo>
                <a:lnTo>
                  <a:pt x="441998" y="28985"/>
                </a:lnTo>
                <a:lnTo>
                  <a:pt x="441998" y="40558"/>
                </a:lnTo>
                <a:lnTo>
                  <a:pt x="429529" y="40558"/>
                </a:lnTo>
                <a:lnTo>
                  <a:pt x="429529" y="70171"/>
                </a:lnTo>
                <a:cubicBezTo>
                  <a:pt x="429529" y="72962"/>
                  <a:pt x="430530" y="76496"/>
                  <a:pt x="435702" y="76496"/>
                </a:cubicBezTo>
                <a:cubicBezTo>
                  <a:pt x="439178" y="76496"/>
                  <a:pt x="440759" y="76162"/>
                  <a:pt x="442712" y="75829"/>
                </a:cubicBezTo>
                <a:lnTo>
                  <a:pt x="442712" y="86659"/>
                </a:lnTo>
                <a:cubicBezTo>
                  <a:pt x="442712" y="86659"/>
                  <a:pt x="439273" y="87735"/>
                  <a:pt x="434549" y="87735"/>
                </a:cubicBezTo>
                <a:cubicBezTo>
                  <a:pt x="421233" y="87735"/>
                  <a:pt x="417623" y="77724"/>
                  <a:pt x="417623" y="70704"/>
                </a:cubicBezTo>
                <a:lnTo>
                  <a:pt x="417623" y="40558"/>
                </a:lnTo>
                <a:lnTo>
                  <a:pt x="407422" y="40558"/>
                </a:lnTo>
                <a:close/>
                <a:moveTo>
                  <a:pt x="309829" y="28985"/>
                </a:moveTo>
                <a:lnTo>
                  <a:pt x="296551" y="28985"/>
                </a:lnTo>
                <a:lnTo>
                  <a:pt x="317420" y="87145"/>
                </a:lnTo>
                <a:lnTo>
                  <a:pt x="328136" y="87145"/>
                </a:lnTo>
                <a:lnTo>
                  <a:pt x="339890" y="49826"/>
                </a:lnTo>
                <a:lnTo>
                  <a:pt x="351682" y="87145"/>
                </a:lnTo>
                <a:lnTo>
                  <a:pt x="362435" y="87145"/>
                </a:lnTo>
                <a:lnTo>
                  <a:pt x="383276" y="28985"/>
                </a:lnTo>
                <a:lnTo>
                  <a:pt x="370103" y="28985"/>
                </a:lnTo>
                <a:lnTo>
                  <a:pt x="357158" y="66418"/>
                </a:lnTo>
                <a:lnTo>
                  <a:pt x="345195" y="28985"/>
                </a:lnTo>
                <a:lnTo>
                  <a:pt x="334489" y="28985"/>
                </a:lnTo>
                <a:lnTo>
                  <a:pt x="322659" y="66675"/>
                </a:lnTo>
                <a:lnTo>
                  <a:pt x="309819" y="28985"/>
                </a:lnTo>
                <a:close/>
                <a:moveTo>
                  <a:pt x="211569" y="58531"/>
                </a:moveTo>
                <a:cubicBezTo>
                  <a:pt x="211378" y="73448"/>
                  <a:pt x="222875" y="88335"/>
                  <a:pt x="242268" y="88335"/>
                </a:cubicBezTo>
                <a:cubicBezTo>
                  <a:pt x="257184" y="88335"/>
                  <a:pt x="264966" y="79591"/>
                  <a:pt x="268309" y="71962"/>
                </a:cubicBezTo>
                <a:lnTo>
                  <a:pt x="258813" y="66713"/>
                </a:lnTo>
                <a:cubicBezTo>
                  <a:pt x="255812" y="70514"/>
                  <a:pt x="251183" y="77134"/>
                  <a:pt x="242258" y="77134"/>
                </a:cubicBezTo>
                <a:cubicBezTo>
                  <a:pt x="231352" y="77134"/>
                  <a:pt x="224875" y="69695"/>
                  <a:pt x="224247" y="62656"/>
                </a:cubicBezTo>
                <a:lnTo>
                  <a:pt x="268300" y="62656"/>
                </a:lnTo>
                <a:cubicBezTo>
                  <a:pt x="269005" y="59951"/>
                  <a:pt x="269709" y="53178"/>
                  <a:pt x="268014" y="47806"/>
                </a:cubicBezTo>
                <a:cubicBezTo>
                  <a:pt x="264814" y="37672"/>
                  <a:pt x="256384" y="27785"/>
                  <a:pt x="240972" y="27785"/>
                </a:cubicBezTo>
                <a:cubicBezTo>
                  <a:pt x="225561" y="27785"/>
                  <a:pt x="211559" y="38758"/>
                  <a:pt x="211559" y="58522"/>
                </a:cubicBezTo>
                <a:close/>
                <a:moveTo>
                  <a:pt x="224551" y="51388"/>
                </a:moveTo>
                <a:cubicBezTo>
                  <a:pt x="226630" y="44067"/>
                  <a:pt x="233371" y="38983"/>
                  <a:pt x="240982" y="38996"/>
                </a:cubicBezTo>
                <a:cubicBezTo>
                  <a:pt x="251050" y="38996"/>
                  <a:pt x="255917" y="47292"/>
                  <a:pt x="256441" y="51388"/>
                </a:cubicBezTo>
                <a:close/>
                <a:moveTo>
                  <a:pt x="141131" y="58531"/>
                </a:moveTo>
                <a:cubicBezTo>
                  <a:pt x="141493" y="75276"/>
                  <a:pt x="153295" y="88373"/>
                  <a:pt x="171088" y="88373"/>
                </a:cubicBezTo>
                <a:cubicBezTo>
                  <a:pt x="181317" y="88373"/>
                  <a:pt x="187499" y="83830"/>
                  <a:pt x="189766" y="81972"/>
                </a:cubicBezTo>
                <a:lnTo>
                  <a:pt x="189766" y="87183"/>
                </a:lnTo>
                <a:lnTo>
                  <a:pt x="201596" y="87183"/>
                </a:lnTo>
                <a:lnTo>
                  <a:pt x="201596" y="6735"/>
                </a:lnTo>
                <a:lnTo>
                  <a:pt x="189614" y="6735"/>
                </a:lnTo>
                <a:lnTo>
                  <a:pt x="189614" y="34243"/>
                </a:lnTo>
                <a:cubicBezTo>
                  <a:pt x="185670" y="30814"/>
                  <a:pt x="179498" y="27766"/>
                  <a:pt x="171230" y="27766"/>
                </a:cubicBezTo>
                <a:cubicBezTo>
                  <a:pt x="153038" y="27766"/>
                  <a:pt x="140769" y="41796"/>
                  <a:pt x="141131" y="58531"/>
                </a:cubicBezTo>
                <a:close/>
                <a:moveTo>
                  <a:pt x="153600" y="57769"/>
                </a:moveTo>
                <a:lnTo>
                  <a:pt x="153590" y="57769"/>
                </a:lnTo>
                <a:cubicBezTo>
                  <a:pt x="153590" y="47121"/>
                  <a:pt x="161629" y="39520"/>
                  <a:pt x="170783" y="39520"/>
                </a:cubicBezTo>
                <a:cubicBezTo>
                  <a:pt x="179936" y="39520"/>
                  <a:pt x="189566" y="45416"/>
                  <a:pt x="189566" y="58474"/>
                </a:cubicBezTo>
                <a:cubicBezTo>
                  <a:pt x="189631" y="63362"/>
                  <a:pt x="187692" y="68069"/>
                  <a:pt x="184204" y="71492"/>
                </a:cubicBezTo>
                <a:cubicBezTo>
                  <a:pt x="180715" y="74916"/>
                  <a:pt x="175973" y="76766"/>
                  <a:pt x="171088" y="76610"/>
                </a:cubicBezTo>
                <a:cubicBezTo>
                  <a:pt x="160486" y="76610"/>
                  <a:pt x="153600" y="68428"/>
                  <a:pt x="153600" y="57769"/>
                </a:cubicBezTo>
                <a:close/>
                <a:moveTo>
                  <a:pt x="884005" y="57503"/>
                </a:moveTo>
                <a:cubicBezTo>
                  <a:pt x="883643" y="40758"/>
                  <a:pt x="871842" y="27661"/>
                  <a:pt x="854049" y="27661"/>
                </a:cubicBezTo>
                <a:cubicBezTo>
                  <a:pt x="843819" y="27661"/>
                  <a:pt x="837638" y="32204"/>
                  <a:pt x="835371" y="34062"/>
                </a:cubicBezTo>
                <a:lnTo>
                  <a:pt x="835371" y="28852"/>
                </a:lnTo>
                <a:lnTo>
                  <a:pt x="823541" y="28852"/>
                </a:lnTo>
                <a:lnTo>
                  <a:pt x="823541" y="107147"/>
                </a:lnTo>
                <a:lnTo>
                  <a:pt x="835523" y="107147"/>
                </a:lnTo>
                <a:lnTo>
                  <a:pt x="835523" y="81792"/>
                </a:lnTo>
                <a:cubicBezTo>
                  <a:pt x="839466" y="85221"/>
                  <a:pt x="845648" y="88269"/>
                  <a:pt x="853906" y="88269"/>
                </a:cubicBezTo>
                <a:cubicBezTo>
                  <a:pt x="872099" y="88269"/>
                  <a:pt x="884367" y="74238"/>
                  <a:pt x="884005" y="57503"/>
                </a:cubicBezTo>
                <a:close/>
                <a:moveTo>
                  <a:pt x="871537" y="58265"/>
                </a:moveTo>
                <a:cubicBezTo>
                  <a:pt x="871537" y="68914"/>
                  <a:pt x="863507" y="76515"/>
                  <a:pt x="854354" y="76515"/>
                </a:cubicBezTo>
                <a:cubicBezTo>
                  <a:pt x="845200" y="76515"/>
                  <a:pt x="835571" y="70619"/>
                  <a:pt x="835571" y="57560"/>
                </a:cubicBezTo>
                <a:cubicBezTo>
                  <a:pt x="835506" y="52673"/>
                  <a:pt x="837445" y="47966"/>
                  <a:pt x="840933" y="44542"/>
                </a:cubicBezTo>
                <a:cubicBezTo>
                  <a:pt x="844421" y="41118"/>
                  <a:pt x="849164" y="39268"/>
                  <a:pt x="854049" y="39424"/>
                </a:cubicBezTo>
                <a:cubicBezTo>
                  <a:pt x="864650" y="39424"/>
                  <a:pt x="871537" y="47606"/>
                  <a:pt x="871537" y="58265"/>
                </a:cubicBezTo>
                <a:close/>
                <a:moveTo>
                  <a:pt x="975750" y="87411"/>
                </a:moveTo>
                <a:lnTo>
                  <a:pt x="975750" y="28956"/>
                </a:lnTo>
                <a:lnTo>
                  <a:pt x="987694" y="28956"/>
                </a:lnTo>
                <a:lnTo>
                  <a:pt x="987694" y="32595"/>
                </a:lnTo>
                <a:cubicBezTo>
                  <a:pt x="991133" y="29299"/>
                  <a:pt x="997219" y="27975"/>
                  <a:pt x="1001696" y="27975"/>
                </a:cubicBezTo>
                <a:cubicBezTo>
                  <a:pt x="1015526" y="27975"/>
                  <a:pt x="1025290" y="38281"/>
                  <a:pt x="1025099" y="51292"/>
                </a:cubicBezTo>
                <a:lnTo>
                  <a:pt x="1025099" y="87411"/>
                </a:lnTo>
                <a:lnTo>
                  <a:pt x="1013002" y="87411"/>
                </a:lnTo>
                <a:lnTo>
                  <a:pt x="1013002" y="52350"/>
                </a:lnTo>
                <a:cubicBezTo>
                  <a:pt x="1013002" y="48464"/>
                  <a:pt x="1010964" y="39596"/>
                  <a:pt x="1000477" y="39596"/>
                </a:cubicBezTo>
                <a:cubicBezTo>
                  <a:pt x="991247" y="39596"/>
                  <a:pt x="987694" y="46797"/>
                  <a:pt x="987694" y="52350"/>
                </a:cubicBezTo>
                <a:lnTo>
                  <a:pt x="987694" y="87411"/>
                </a:lnTo>
                <a:close/>
                <a:moveTo>
                  <a:pt x="686352" y="87211"/>
                </a:moveTo>
                <a:lnTo>
                  <a:pt x="686352" y="7887"/>
                </a:lnTo>
                <a:lnTo>
                  <a:pt x="696677" y="7887"/>
                </a:lnTo>
                <a:lnTo>
                  <a:pt x="736825" y="62913"/>
                </a:lnTo>
                <a:lnTo>
                  <a:pt x="736825" y="7887"/>
                </a:lnTo>
                <a:lnTo>
                  <a:pt x="749398" y="7887"/>
                </a:lnTo>
                <a:lnTo>
                  <a:pt x="749398" y="87211"/>
                </a:lnTo>
                <a:lnTo>
                  <a:pt x="738978" y="87211"/>
                </a:lnTo>
                <a:lnTo>
                  <a:pt x="698906" y="32004"/>
                </a:lnTo>
                <a:lnTo>
                  <a:pt x="698906" y="87211"/>
                </a:lnTo>
                <a:lnTo>
                  <a:pt x="686342" y="87211"/>
                </a:lnTo>
                <a:close/>
                <a:moveTo>
                  <a:pt x="11811" y="87183"/>
                </a:moveTo>
                <a:lnTo>
                  <a:pt x="0" y="87183"/>
                </a:lnTo>
                <a:lnTo>
                  <a:pt x="0" y="13154"/>
                </a:lnTo>
                <a:lnTo>
                  <a:pt x="9658" y="13154"/>
                </a:lnTo>
                <a:lnTo>
                  <a:pt x="35032" y="47416"/>
                </a:lnTo>
                <a:lnTo>
                  <a:pt x="60312" y="13202"/>
                </a:lnTo>
                <a:lnTo>
                  <a:pt x="70123" y="13202"/>
                </a:lnTo>
                <a:lnTo>
                  <a:pt x="70123" y="87173"/>
                </a:lnTo>
                <a:lnTo>
                  <a:pt x="58159" y="87173"/>
                </a:lnTo>
                <a:lnTo>
                  <a:pt x="58159" y="35871"/>
                </a:lnTo>
                <a:lnTo>
                  <a:pt x="35032" y="67361"/>
                </a:lnTo>
                <a:lnTo>
                  <a:pt x="11811" y="35681"/>
                </a:lnTo>
                <a:close/>
              </a:path>
            </a:pathLst>
          </a:custGeom>
          <a:solidFill>
            <a:srgbClr val="5E8D76">
              <a:alpha val="53333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94914" y="1091570"/>
            <a:ext cx="1544564" cy="1298028"/>
          </a:xfrm>
          <a:custGeom>
            <a:avLst/>
            <a:gdLst/>
            <a:ahLst/>
            <a:cxnLst/>
            <a:rect l="0" t="0" r="0" b="0"/>
            <a:pathLst>
              <a:path w="1544564" h="1298028">
                <a:moveTo>
                  <a:pt x="772287" y="0"/>
                </a:moveTo>
                <a:cubicBezTo>
                  <a:pt x="345767" y="0"/>
                  <a:pt x="0" y="345767"/>
                  <a:pt x="0" y="772286"/>
                </a:cubicBezTo>
                <a:cubicBezTo>
                  <a:pt x="0" y="807881"/>
                  <a:pt x="2409" y="842914"/>
                  <a:pt x="7067" y="877242"/>
                </a:cubicBezTo>
                <a:cubicBezTo>
                  <a:pt x="148085" y="725576"/>
                  <a:pt x="349348" y="630697"/>
                  <a:pt x="572776" y="630697"/>
                </a:cubicBezTo>
                <a:cubicBezTo>
                  <a:pt x="605132" y="630697"/>
                  <a:pt x="637022" y="632688"/>
                  <a:pt x="668331" y="636546"/>
                </a:cubicBezTo>
                <a:cubicBezTo>
                  <a:pt x="834494" y="657053"/>
                  <a:pt x="984323" y="730348"/>
                  <a:pt x="1100499" y="839123"/>
                </a:cubicBezTo>
                <a:cubicBezTo>
                  <a:pt x="1159840" y="894683"/>
                  <a:pt x="1210398" y="959500"/>
                  <a:pt x="1249889" y="1031271"/>
                </a:cubicBezTo>
                <a:cubicBezTo>
                  <a:pt x="1294523" y="1112415"/>
                  <a:pt x="1324994" y="1202436"/>
                  <a:pt x="1337986" y="1298028"/>
                </a:cubicBezTo>
                <a:cubicBezTo>
                  <a:pt x="1389897" y="1242193"/>
                  <a:pt x="1433645" y="1178671"/>
                  <a:pt x="1467326" y="1109348"/>
                </a:cubicBezTo>
                <a:cubicBezTo>
                  <a:pt x="1516808" y="1007497"/>
                  <a:pt x="1544564" y="893130"/>
                  <a:pt x="1544564" y="772286"/>
                </a:cubicBezTo>
                <a:cubicBezTo>
                  <a:pt x="1544564" y="725976"/>
                  <a:pt x="1540487" y="680618"/>
                  <a:pt x="1532677" y="636546"/>
                </a:cubicBezTo>
                <a:cubicBezTo>
                  <a:pt x="1488328" y="386429"/>
                  <a:pt x="1323603" y="177917"/>
                  <a:pt x="1100499" y="73018"/>
                </a:cubicBezTo>
                <a:cubicBezTo>
                  <a:pt x="1000887" y="26174"/>
                  <a:pt x="889644" y="0"/>
                  <a:pt x="772287" y="0"/>
                </a:cubicBez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94914" y="1091570"/>
            <a:ext cx="1544565" cy="1298024"/>
          </a:xfrm>
          <a:custGeom>
            <a:avLst/>
            <a:gdLst/>
            <a:ahLst/>
            <a:cxnLst/>
            <a:rect l="0" t="0" r="0" b="0"/>
            <a:pathLst>
              <a:path w="1544565" h="1298024">
                <a:moveTo>
                  <a:pt x="772282" y="0"/>
                </a:moveTo>
                <a:cubicBezTo>
                  <a:pt x="345762" y="0"/>
                  <a:pt x="0" y="345762"/>
                  <a:pt x="0" y="772282"/>
                </a:cubicBezTo>
                <a:cubicBezTo>
                  <a:pt x="0" y="807881"/>
                  <a:pt x="2408" y="842918"/>
                  <a:pt x="7072" y="877238"/>
                </a:cubicBezTo>
                <a:cubicBezTo>
                  <a:pt x="148085" y="725575"/>
                  <a:pt x="349351" y="630697"/>
                  <a:pt x="572776" y="630697"/>
                </a:cubicBezTo>
                <a:cubicBezTo>
                  <a:pt x="605130" y="630697"/>
                  <a:pt x="637019" y="632686"/>
                  <a:pt x="668328" y="636550"/>
                </a:cubicBezTo>
                <a:cubicBezTo>
                  <a:pt x="834499" y="657055"/>
                  <a:pt x="984321" y="730345"/>
                  <a:pt x="1100502" y="839128"/>
                </a:cubicBezTo>
                <a:cubicBezTo>
                  <a:pt x="1159840" y="894686"/>
                  <a:pt x="1210403" y="959503"/>
                  <a:pt x="1249886" y="1031275"/>
                </a:cubicBezTo>
                <a:cubicBezTo>
                  <a:pt x="1294522" y="1112413"/>
                  <a:pt x="1324998" y="1202439"/>
                  <a:pt x="1337986" y="1298024"/>
                </a:cubicBezTo>
                <a:cubicBezTo>
                  <a:pt x="1389897" y="1242193"/>
                  <a:pt x="1433642" y="1178667"/>
                  <a:pt x="1467322" y="1109346"/>
                </a:cubicBezTo>
                <a:cubicBezTo>
                  <a:pt x="1516808" y="1007493"/>
                  <a:pt x="1544565" y="893129"/>
                  <a:pt x="1544565" y="772282"/>
                </a:cubicBezTo>
                <a:cubicBezTo>
                  <a:pt x="1544565" y="725973"/>
                  <a:pt x="1540489" y="680616"/>
                  <a:pt x="1532676" y="636550"/>
                </a:cubicBezTo>
                <a:cubicBezTo>
                  <a:pt x="1488331" y="386433"/>
                  <a:pt x="1323599" y="177913"/>
                  <a:pt x="1100502" y="73015"/>
                </a:cubicBezTo>
                <a:cubicBezTo>
                  <a:pt x="1000891" y="26179"/>
                  <a:pt x="889643" y="0"/>
                  <a:pt x="772282" y="0"/>
                </a:cubicBezTo>
                <a:close/>
              </a:path>
            </a:pathLst>
          </a:custGeom>
          <a:noFill/>
          <a:ln w="4828">
            <a:solidFill>
              <a:srgbClr val="F3F7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895408" y="1722271"/>
            <a:ext cx="1449390" cy="1530124"/>
          </a:xfrm>
          <a:custGeom>
            <a:avLst/>
            <a:gdLst/>
            <a:ahLst/>
            <a:cxnLst/>
            <a:rect l="0" t="0" r="0" b="0"/>
            <a:pathLst>
              <a:path w="1449390" h="1530124">
                <a:moveTo>
                  <a:pt x="867832" y="5857"/>
                </a:moveTo>
                <a:cubicBezTo>
                  <a:pt x="836523" y="1990"/>
                  <a:pt x="804633" y="0"/>
                  <a:pt x="772287" y="0"/>
                </a:cubicBezTo>
                <a:cubicBezTo>
                  <a:pt x="548859" y="0"/>
                  <a:pt x="347595" y="94878"/>
                  <a:pt x="206578" y="246545"/>
                </a:cubicBezTo>
                <a:cubicBezTo>
                  <a:pt x="78400" y="384400"/>
                  <a:pt x="0" y="569185"/>
                  <a:pt x="0" y="772286"/>
                </a:cubicBezTo>
                <a:cubicBezTo>
                  <a:pt x="0" y="1147695"/>
                  <a:pt x="267871" y="1460544"/>
                  <a:pt x="622896" y="1530124"/>
                </a:cubicBezTo>
                <a:cubicBezTo>
                  <a:pt x="562232" y="1419853"/>
                  <a:pt x="527723" y="1293171"/>
                  <a:pt x="527723" y="1158420"/>
                </a:cubicBezTo>
                <a:cubicBezTo>
                  <a:pt x="527723" y="1037577"/>
                  <a:pt x="555478" y="923210"/>
                  <a:pt x="604970" y="821359"/>
                </a:cubicBezTo>
                <a:cubicBezTo>
                  <a:pt x="675779" y="675627"/>
                  <a:pt x="791070" y="555497"/>
                  <a:pt x="933192" y="478650"/>
                </a:cubicBezTo>
                <a:cubicBezTo>
                  <a:pt x="1000305" y="442360"/>
                  <a:pt x="1073400" y="415709"/>
                  <a:pt x="1150629" y="400573"/>
                </a:cubicBezTo>
                <a:cubicBezTo>
                  <a:pt x="1198959" y="391106"/>
                  <a:pt x="1248898" y="386143"/>
                  <a:pt x="1300010" y="386143"/>
                </a:cubicBezTo>
                <a:cubicBezTo>
                  <a:pt x="1351111" y="386143"/>
                  <a:pt x="1401060" y="391106"/>
                  <a:pt x="1449390" y="400573"/>
                </a:cubicBezTo>
                <a:cubicBezTo>
                  <a:pt x="1409909" y="328803"/>
                  <a:pt x="1359350" y="263985"/>
                  <a:pt x="1300010" y="208426"/>
                </a:cubicBezTo>
                <a:cubicBezTo>
                  <a:pt x="1183824" y="99650"/>
                  <a:pt x="1034005" y="26355"/>
                  <a:pt x="867832" y="5857"/>
                </a:cubicBez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895408" y="1722271"/>
            <a:ext cx="1449393" cy="1530128"/>
          </a:xfrm>
          <a:custGeom>
            <a:avLst/>
            <a:gdLst/>
            <a:ahLst/>
            <a:cxnLst/>
            <a:rect l="0" t="0" r="0" b="0"/>
            <a:pathLst>
              <a:path w="1449393" h="1530128">
                <a:moveTo>
                  <a:pt x="867835" y="5853"/>
                </a:moveTo>
                <a:cubicBezTo>
                  <a:pt x="836526" y="1989"/>
                  <a:pt x="804636" y="0"/>
                  <a:pt x="772282" y="0"/>
                </a:cubicBezTo>
                <a:cubicBezTo>
                  <a:pt x="548857" y="0"/>
                  <a:pt x="347592" y="94877"/>
                  <a:pt x="206578" y="246540"/>
                </a:cubicBezTo>
                <a:cubicBezTo>
                  <a:pt x="78396" y="384403"/>
                  <a:pt x="0" y="569187"/>
                  <a:pt x="0" y="772282"/>
                </a:cubicBezTo>
                <a:cubicBezTo>
                  <a:pt x="0" y="1147696"/>
                  <a:pt x="267867" y="1460546"/>
                  <a:pt x="622898" y="1530128"/>
                </a:cubicBezTo>
                <a:cubicBezTo>
                  <a:pt x="562235" y="1419857"/>
                  <a:pt x="527726" y="1293171"/>
                  <a:pt x="527726" y="1158424"/>
                </a:cubicBezTo>
                <a:cubicBezTo>
                  <a:pt x="527726" y="1037577"/>
                  <a:pt x="555483" y="923213"/>
                  <a:pt x="604969" y="821359"/>
                </a:cubicBezTo>
                <a:cubicBezTo>
                  <a:pt x="675775" y="675625"/>
                  <a:pt x="791067" y="555502"/>
                  <a:pt x="933189" y="478649"/>
                </a:cubicBezTo>
                <a:cubicBezTo>
                  <a:pt x="1000304" y="442355"/>
                  <a:pt x="1073403" y="415712"/>
                  <a:pt x="1150625" y="400577"/>
                </a:cubicBezTo>
                <a:cubicBezTo>
                  <a:pt x="1198956" y="391105"/>
                  <a:pt x="1248903" y="386141"/>
                  <a:pt x="1300009" y="386141"/>
                </a:cubicBezTo>
                <a:cubicBezTo>
                  <a:pt x="1351114" y="386141"/>
                  <a:pt x="1401061" y="391105"/>
                  <a:pt x="1449393" y="400577"/>
                </a:cubicBezTo>
                <a:cubicBezTo>
                  <a:pt x="1409909" y="328806"/>
                  <a:pt x="1359346" y="263989"/>
                  <a:pt x="1300009" y="208430"/>
                </a:cubicBezTo>
                <a:cubicBezTo>
                  <a:pt x="1183828" y="99648"/>
                  <a:pt x="1034005" y="26358"/>
                  <a:pt x="867835" y="5853"/>
                </a:cubicBezTo>
                <a:close/>
              </a:path>
            </a:pathLst>
          </a:custGeom>
          <a:noFill/>
          <a:ln w="4828">
            <a:solidFill>
              <a:srgbClr val="F3F7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23134" y="2122837"/>
            <a:ext cx="1449390" cy="1530124"/>
          </a:xfrm>
          <a:custGeom>
            <a:avLst/>
            <a:gdLst/>
            <a:ahLst/>
            <a:cxnLst/>
            <a:rect l="0" t="0" r="0" b="0"/>
            <a:pathLst>
              <a:path w="1449390" h="1530124">
                <a:moveTo>
                  <a:pt x="622896" y="0"/>
                </a:moveTo>
                <a:cubicBezTo>
                  <a:pt x="545677" y="15135"/>
                  <a:pt x="472582" y="41776"/>
                  <a:pt x="405460" y="78066"/>
                </a:cubicBezTo>
                <a:cubicBezTo>
                  <a:pt x="263337" y="154924"/>
                  <a:pt x="148047" y="275043"/>
                  <a:pt x="77247" y="420785"/>
                </a:cubicBezTo>
                <a:cubicBezTo>
                  <a:pt x="27755" y="522636"/>
                  <a:pt x="0" y="637003"/>
                  <a:pt x="0" y="757847"/>
                </a:cubicBezTo>
                <a:cubicBezTo>
                  <a:pt x="0" y="892597"/>
                  <a:pt x="34509" y="1019279"/>
                  <a:pt x="95173" y="1129550"/>
                </a:cubicBezTo>
                <a:cubicBezTo>
                  <a:pt x="226523" y="1368323"/>
                  <a:pt x="480507" y="1530124"/>
                  <a:pt x="772287" y="1530124"/>
                </a:cubicBezTo>
                <a:cubicBezTo>
                  <a:pt x="1064056" y="1530124"/>
                  <a:pt x="1318040" y="1368323"/>
                  <a:pt x="1449390" y="1129550"/>
                </a:cubicBezTo>
                <a:cubicBezTo>
                  <a:pt x="1401060" y="1139028"/>
                  <a:pt x="1351111" y="1143990"/>
                  <a:pt x="1300010" y="1143990"/>
                </a:cubicBezTo>
                <a:cubicBezTo>
                  <a:pt x="1095936" y="1143990"/>
                  <a:pt x="910351" y="1064837"/>
                  <a:pt x="772287" y="935555"/>
                </a:cubicBezTo>
                <a:cubicBezTo>
                  <a:pt x="653110" y="823969"/>
                  <a:pt x="569328" y="675046"/>
                  <a:pt x="539619" y="507434"/>
                </a:cubicBezTo>
                <a:cubicBezTo>
                  <a:pt x="531799" y="463372"/>
                  <a:pt x="527723" y="418014"/>
                  <a:pt x="527723" y="371703"/>
                </a:cubicBezTo>
                <a:cubicBezTo>
                  <a:pt x="527723" y="336108"/>
                  <a:pt x="530132" y="301066"/>
                  <a:pt x="534800" y="266747"/>
                </a:cubicBezTo>
                <a:cubicBezTo>
                  <a:pt x="547782" y="171164"/>
                  <a:pt x="578262" y="81133"/>
                  <a:pt x="622896" y="0"/>
                </a:cubicBez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23134" y="2122837"/>
            <a:ext cx="1449393" cy="1530128"/>
          </a:xfrm>
          <a:custGeom>
            <a:avLst/>
            <a:gdLst/>
            <a:ahLst/>
            <a:cxnLst/>
            <a:rect l="0" t="0" r="0" b="0"/>
            <a:pathLst>
              <a:path w="1449393" h="1530128">
                <a:moveTo>
                  <a:pt x="622898" y="0"/>
                </a:moveTo>
                <a:cubicBezTo>
                  <a:pt x="545676" y="15134"/>
                  <a:pt x="472578" y="41778"/>
                  <a:pt x="405463" y="78071"/>
                </a:cubicBezTo>
                <a:cubicBezTo>
                  <a:pt x="263341" y="154924"/>
                  <a:pt x="148049" y="275047"/>
                  <a:pt x="77243" y="420782"/>
                </a:cubicBezTo>
                <a:cubicBezTo>
                  <a:pt x="27757" y="522635"/>
                  <a:pt x="0" y="636999"/>
                  <a:pt x="0" y="757846"/>
                </a:cubicBezTo>
                <a:cubicBezTo>
                  <a:pt x="0" y="892593"/>
                  <a:pt x="34509" y="1019279"/>
                  <a:pt x="95172" y="1129550"/>
                </a:cubicBezTo>
                <a:cubicBezTo>
                  <a:pt x="226527" y="1368324"/>
                  <a:pt x="480509" y="1530128"/>
                  <a:pt x="772282" y="1530128"/>
                </a:cubicBezTo>
                <a:cubicBezTo>
                  <a:pt x="1064055" y="1530128"/>
                  <a:pt x="1318036" y="1368324"/>
                  <a:pt x="1449393" y="1129550"/>
                </a:cubicBezTo>
                <a:cubicBezTo>
                  <a:pt x="1401061" y="1139023"/>
                  <a:pt x="1351114" y="1143987"/>
                  <a:pt x="1300009" y="1143987"/>
                </a:cubicBezTo>
                <a:cubicBezTo>
                  <a:pt x="1095937" y="1143987"/>
                  <a:pt x="910353" y="1064835"/>
                  <a:pt x="772282" y="935556"/>
                </a:cubicBezTo>
                <a:cubicBezTo>
                  <a:pt x="653109" y="823972"/>
                  <a:pt x="569331" y="675044"/>
                  <a:pt x="539615" y="507436"/>
                </a:cubicBezTo>
                <a:cubicBezTo>
                  <a:pt x="531802" y="463370"/>
                  <a:pt x="527726" y="418014"/>
                  <a:pt x="527726" y="371704"/>
                </a:cubicBezTo>
                <a:cubicBezTo>
                  <a:pt x="527726" y="336105"/>
                  <a:pt x="530134" y="301068"/>
                  <a:pt x="534798" y="266748"/>
                </a:cubicBezTo>
                <a:cubicBezTo>
                  <a:pt x="547786" y="171163"/>
                  <a:pt x="578262" y="81137"/>
                  <a:pt x="622898" y="0"/>
                </a:cubicBezTo>
                <a:close/>
              </a:path>
            </a:pathLst>
          </a:custGeom>
          <a:noFill/>
          <a:ln w="4828">
            <a:solidFill>
              <a:srgbClr val="F3F7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50861" y="1968814"/>
            <a:ext cx="1544564" cy="1298019"/>
          </a:xfrm>
          <a:custGeom>
            <a:avLst/>
            <a:gdLst/>
            <a:ahLst/>
            <a:cxnLst/>
            <a:rect l="0" t="0" r="0" b="0"/>
            <a:pathLst>
              <a:path w="1544564" h="1298019">
                <a:moveTo>
                  <a:pt x="7067" y="420785"/>
                </a:moveTo>
                <a:cubicBezTo>
                  <a:pt x="2409" y="455104"/>
                  <a:pt x="0" y="490137"/>
                  <a:pt x="0" y="525741"/>
                </a:cubicBezTo>
                <a:cubicBezTo>
                  <a:pt x="0" y="572052"/>
                  <a:pt x="4076" y="617410"/>
                  <a:pt x="11887" y="661473"/>
                </a:cubicBezTo>
                <a:cubicBezTo>
                  <a:pt x="41605" y="829084"/>
                  <a:pt x="125387" y="978007"/>
                  <a:pt x="244554" y="1089593"/>
                </a:cubicBezTo>
                <a:cubicBezTo>
                  <a:pt x="382628" y="1218876"/>
                  <a:pt x="568213" y="1298019"/>
                  <a:pt x="772287" y="1298019"/>
                </a:cubicBezTo>
                <a:cubicBezTo>
                  <a:pt x="823388" y="1298019"/>
                  <a:pt x="873337" y="1293056"/>
                  <a:pt x="921667" y="1283589"/>
                </a:cubicBezTo>
                <a:cubicBezTo>
                  <a:pt x="1276702" y="1214008"/>
                  <a:pt x="1544564" y="901150"/>
                  <a:pt x="1544564" y="525741"/>
                </a:cubicBezTo>
                <a:cubicBezTo>
                  <a:pt x="1544564" y="322649"/>
                  <a:pt x="1466164" y="137864"/>
                  <a:pt x="1337986" y="0"/>
                </a:cubicBezTo>
                <a:cubicBezTo>
                  <a:pt x="1304172" y="248878"/>
                  <a:pt x="1151782" y="460076"/>
                  <a:pt x="939593" y="574814"/>
                </a:cubicBezTo>
                <a:cubicBezTo>
                  <a:pt x="830475" y="633822"/>
                  <a:pt x="705535" y="667331"/>
                  <a:pt x="572776" y="667331"/>
                </a:cubicBezTo>
                <a:cubicBezTo>
                  <a:pt x="540419" y="667331"/>
                  <a:pt x="508530" y="665340"/>
                  <a:pt x="477221" y="661473"/>
                </a:cubicBezTo>
                <a:cubicBezTo>
                  <a:pt x="394963" y="651319"/>
                  <a:pt x="316706" y="628240"/>
                  <a:pt x="244554" y="594312"/>
                </a:cubicBezTo>
                <a:cubicBezTo>
                  <a:pt x="154533" y="551983"/>
                  <a:pt x="74009" y="492785"/>
                  <a:pt x="7067" y="420785"/>
                </a:cubicBez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50861" y="1968814"/>
            <a:ext cx="1544565" cy="1298023"/>
          </a:xfrm>
          <a:custGeom>
            <a:avLst/>
            <a:gdLst/>
            <a:ahLst/>
            <a:cxnLst/>
            <a:rect l="0" t="0" r="0" b="0"/>
            <a:pathLst>
              <a:path w="1544565" h="1298023">
                <a:moveTo>
                  <a:pt x="7071" y="420785"/>
                </a:moveTo>
                <a:cubicBezTo>
                  <a:pt x="2408" y="455104"/>
                  <a:pt x="0" y="490142"/>
                  <a:pt x="0" y="525741"/>
                </a:cubicBezTo>
                <a:cubicBezTo>
                  <a:pt x="0" y="572050"/>
                  <a:pt x="4075" y="617407"/>
                  <a:pt x="11888" y="661473"/>
                </a:cubicBezTo>
                <a:cubicBezTo>
                  <a:pt x="41605" y="829081"/>
                  <a:pt x="125382" y="978009"/>
                  <a:pt x="244556" y="1089593"/>
                </a:cubicBezTo>
                <a:cubicBezTo>
                  <a:pt x="382627" y="1218871"/>
                  <a:pt x="568211" y="1298023"/>
                  <a:pt x="772282" y="1298023"/>
                </a:cubicBezTo>
                <a:cubicBezTo>
                  <a:pt x="823388" y="1298023"/>
                  <a:pt x="873335" y="1293059"/>
                  <a:pt x="921666" y="1283587"/>
                </a:cubicBezTo>
                <a:cubicBezTo>
                  <a:pt x="1276697" y="1214005"/>
                  <a:pt x="1544565" y="901155"/>
                  <a:pt x="1544565" y="525741"/>
                </a:cubicBezTo>
                <a:cubicBezTo>
                  <a:pt x="1544565" y="322646"/>
                  <a:pt x="1466168" y="137862"/>
                  <a:pt x="1337986" y="0"/>
                </a:cubicBezTo>
                <a:cubicBezTo>
                  <a:pt x="1304169" y="248882"/>
                  <a:pt x="1151784" y="460075"/>
                  <a:pt x="939595" y="574818"/>
                </a:cubicBezTo>
                <a:cubicBezTo>
                  <a:pt x="830474" y="633826"/>
                  <a:pt x="705538" y="667326"/>
                  <a:pt x="572776" y="667326"/>
                </a:cubicBezTo>
                <a:cubicBezTo>
                  <a:pt x="540422" y="667326"/>
                  <a:pt x="508532" y="665336"/>
                  <a:pt x="477223" y="661473"/>
                </a:cubicBezTo>
                <a:cubicBezTo>
                  <a:pt x="394962" y="651322"/>
                  <a:pt x="316707" y="628235"/>
                  <a:pt x="244556" y="594310"/>
                </a:cubicBezTo>
                <a:cubicBezTo>
                  <a:pt x="154533" y="551982"/>
                  <a:pt x="74013" y="492782"/>
                  <a:pt x="7071" y="420785"/>
                </a:cubicBezTo>
                <a:close/>
              </a:path>
            </a:pathLst>
          </a:custGeom>
          <a:noFill/>
          <a:ln w="4828">
            <a:solidFill>
              <a:srgbClr val="F3F7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95417" y="1091570"/>
            <a:ext cx="1100499" cy="1544564"/>
          </a:xfrm>
          <a:custGeom>
            <a:avLst/>
            <a:gdLst/>
            <a:ahLst/>
            <a:cxnLst/>
            <a:rect l="0" t="0" r="0" b="0"/>
            <a:pathLst>
              <a:path w="1100499" h="1544564">
                <a:moveTo>
                  <a:pt x="1100499" y="772286"/>
                </a:moveTo>
                <a:cubicBezTo>
                  <a:pt x="1100499" y="345767"/>
                  <a:pt x="754741" y="0"/>
                  <a:pt x="328221" y="0"/>
                </a:cubicBezTo>
                <a:cubicBezTo>
                  <a:pt x="210854" y="0"/>
                  <a:pt x="99612" y="26174"/>
                  <a:pt x="0" y="73018"/>
                </a:cubicBezTo>
                <a:cubicBezTo>
                  <a:pt x="223094" y="177917"/>
                  <a:pt x="387829" y="386429"/>
                  <a:pt x="432177" y="636546"/>
                </a:cubicBezTo>
                <a:cubicBezTo>
                  <a:pt x="439988" y="680618"/>
                  <a:pt x="444065" y="725976"/>
                  <a:pt x="444065" y="772286"/>
                </a:cubicBezTo>
                <a:cubicBezTo>
                  <a:pt x="444065" y="893130"/>
                  <a:pt x="416309" y="1007497"/>
                  <a:pt x="366817" y="1109348"/>
                </a:cubicBezTo>
                <a:cubicBezTo>
                  <a:pt x="333136" y="1178671"/>
                  <a:pt x="289398" y="1242193"/>
                  <a:pt x="237486" y="1298028"/>
                </a:cubicBezTo>
                <a:cubicBezTo>
                  <a:pt x="170545" y="1370018"/>
                  <a:pt x="90020" y="1429226"/>
                  <a:pt x="0" y="1471545"/>
                </a:cubicBezTo>
                <a:cubicBezTo>
                  <a:pt x="72151" y="1505473"/>
                  <a:pt x="150409" y="1528562"/>
                  <a:pt x="232667" y="1538716"/>
                </a:cubicBezTo>
                <a:cubicBezTo>
                  <a:pt x="263975" y="1542573"/>
                  <a:pt x="295865" y="1544564"/>
                  <a:pt x="328221" y="1544564"/>
                </a:cubicBezTo>
                <a:cubicBezTo>
                  <a:pt x="460981" y="1544564"/>
                  <a:pt x="585920" y="1511065"/>
                  <a:pt x="695039" y="1452057"/>
                </a:cubicBezTo>
                <a:cubicBezTo>
                  <a:pt x="907227" y="1337319"/>
                  <a:pt x="1059618" y="1126121"/>
                  <a:pt x="1093431" y="877242"/>
                </a:cubicBezTo>
                <a:cubicBezTo>
                  <a:pt x="1098089" y="842914"/>
                  <a:pt x="1100499" y="807881"/>
                  <a:pt x="1100499" y="772286"/>
                </a:cubicBez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95417" y="1091570"/>
            <a:ext cx="1100502" cy="1544565"/>
          </a:xfrm>
          <a:custGeom>
            <a:avLst/>
            <a:gdLst/>
            <a:ahLst/>
            <a:cxnLst/>
            <a:rect l="0" t="0" r="0" b="0"/>
            <a:pathLst>
              <a:path w="1100502" h="1544565">
                <a:moveTo>
                  <a:pt x="1100502" y="772282"/>
                </a:moveTo>
                <a:cubicBezTo>
                  <a:pt x="1100502" y="345762"/>
                  <a:pt x="754740" y="0"/>
                  <a:pt x="328220" y="0"/>
                </a:cubicBezTo>
                <a:cubicBezTo>
                  <a:pt x="210858" y="0"/>
                  <a:pt x="99611" y="26178"/>
                  <a:pt x="0" y="73015"/>
                </a:cubicBezTo>
                <a:cubicBezTo>
                  <a:pt x="223096" y="177913"/>
                  <a:pt x="387828" y="386432"/>
                  <a:pt x="432173" y="636550"/>
                </a:cubicBezTo>
                <a:cubicBezTo>
                  <a:pt x="439986" y="680616"/>
                  <a:pt x="444062" y="725973"/>
                  <a:pt x="444062" y="772282"/>
                </a:cubicBezTo>
                <a:cubicBezTo>
                  <a:pt x="444062" y="893129"/>
                  <a:pt x="416306" y="1007493"/>
                  <a:pt x="366819" y="1109346"/>
                </a:cubicBezTo>
                <a:cubicBezTo>
                  <a:pt x="333139" y="1178667"/>
                  <a:pt x="289394" y="1242193"/>
                  <a:pt x="237483" y="1298024"/>
                </a:cubicBezTo>
                <a:cubicBezTo>
                  <a:pt x="170542" y="1370021"/>
                  <a:pt x="90023" y="1429221"/>
                  <a:pt x="0" y="1471549"/>
                </a:cubicBezTo>
                <a:cubicBezTo>
                  <a:pt x="72151" y="1505474"/>
                  <a:pt x="150405" y="1528561"/>
                  <a:pt x="232667" y="1538712"/>
                </a:cubicBezTo>
                <a:cubicBezTo>
                  <a:pt x="263976" y="1542576"/>
                  <a:pt x="295865" y="1544565"/>
                  <a:pt x="328220" y="1544565"/>
                </a:cubicBezTo>
                <a:cubicBezTo>
                  <a:pt x="460981" y="1544565"/>
                  <a:pt x="585918" y="1511065"/>
                  <a:pt x="695039" y="1452057"/>
                </a:cubicBezTo>
                <a:cubicBezTo>
                  <a:pt x="907228" y="1337315"/>
                  <a:pt x="1059613" y="1126121"/>
                  <a:pt x="1093430" y="877239"/>
                </a:cubicBezTo>
                <a:cubicBezTo>
                  <a:pt x="1098093" y="842918"/>
                  <a:pt x="1100502" y="807882"/>
                  <a:pt x="1100502" y="772282"/>
                </a:cubicBezTo>
                <a:close/>
              </a:path>
            </a:pathLst>
          </a:custGeom>
          <a:noFill/>
          <a:ln w="4828">
            <a:solidFill>
              <a:srgbClr val="F3F7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736015" y="2745534"/>
            <a:ext cx="308914" cy="308924"/>
          </a:xfrm>
          <a:custGeom>
            <a:avLst/>
            <a:gdLst/>
            <a:ahLst/>
            <a:cxnLst/>
            <a:rect l="0" t="0" r="0" b="0"/>
            <a:pathLst>
              <a:path w="308914" h="308924">
                <a:moveTo>
                  <a:pt x="54702" y="52654"/>
                </a:moveTo>
                <a:cubicBezTo>
                  <a:pt x="50425" y="52616"/>
                  <a:pt x="46310" y="54302"/>
                  <a:pt x="43291" y="57330"/>
                </a:cubicBezTo>
                <a:cubicBezTo>
                  <a:pt x="40262" y="60350"/>
                  <a:pt x="38576" y="64465"/>
                  <a:pt x="38614" y="68741"/>
                </a:cubicBezTo>
                <a:cubicBezTo>
                  <a:pt x="38614" y="77628"/>
                  <a:pt x="45815" y="84829"/>
                  <a:pt x="54702" y="84829"/>
                </a:cubicBezTo>
                <a:cubicBezTo>
                  <a:pt x="63588" y="84829"/>
                  <a:pt x="70789" y="77628"/>
                  <a:pt x="70789" y="68741"/>
                </a:cubicBezTo>
                <a:cubicBezTo>
                  <a:pt x="70789" y="59855"/>
                  <a:pt x="63588" y="52654"/>
                  <a:pt x="54702" y="52654"/>
                </a:cubicBezTo>
                <a:moveTo>
                  <a:pt x="133607" y="251774"/>
                </a:moveTo>
                <a:lnTo>
                  <a:pt x="107861" y="226028"/>
                </a:lnTo>
                <a:cubicBezTo>
                  <a:pt x="105098" y="223275"/>
                  <a:pt x="100955" y="222446"/>
                  <a:pt x="97345" y="223942"/>
                </a:cubicBezTo>
                <a:cubicBezTo>
                  <a:pt x="93745" y="225437"/>
                  <a:pt x="91392" y="228952"/>
                  <a:pt x="91382" y="232848"/>
                </a:cubicBezTo>
                <a:lnTo>
                  <a:pt x="91382" y="248945"/>
                </a:lnTo>
                <a:lnTo>
                  <a:pt x="68865" y="248945"/>
                </a:lnTo>
                <a:cubicBezTo>
                  <a:pt x="67084" y="248945"/>
                  <a:pt x="65646" y="247497"/>
                  <a:pt x="65646" y="245725"/>
                </a:cubicBezTo>
                <a:lnTo>
                  <a:pt x="65646" y="211874"/>
                </a:lnTo>
                <a:cubicBezTo>
                  <a:pt x="65646" y="206540"/>
                  <a:pt x="61321" y="202215"/>
                  <a:pt x="55987" y="202215"/>
                </a:cubicBezTo>
                <a:cubicBezTo>
                  <a:pt x="50663" y="202215"/>
                  <a:pt x="46339" y="206540"/>
                  <a:pt x="46339" y="211874"/>
                </a:cubicBezTo>
                <a:lnTo>
                  <a:pt x="46339" y="245725"/>
                </a:lnTo>
                <a:cubicBezTo>
                  <a:pt x="46339" y="258165"/>
                  <a:pt x="56426" y="268252"/>
                  <a:pt x="68865" y="268252"/>
                </a:cubicBezTo>
                <a:lnTo>
                  <a:pt x="91382" y="268252"/>
                </a:lnTo>
                <a:lnTo>
                  <a:pt x="91382" y="284340"/>
                </a:lnTo>
                <a:cubicBezTo>
                  <a:pt x="91401" y="288283"/>
                  <a:pt x="93783" y="291845"/>
                  <a:pt x="97440" y="293350"/>
                </a:cubicBezTo>
                <a:cubicBezTo>
                  <a:pt x="98583" y="293808"/>
                  <a:pt x="99802" y="294027"/>
                  <a:pt x="101041" y="293989"/>
                </a:cubicBezTo>
                <a:cubicBezTo>
                  <a:pt x="103612" y="294046"/>
                  <a:pt x="106089" y="293017"/>
                  <a:pt x="107861" y="291160"/>
                </a:cubicBezTo>
                <a:lnTo>
                  <a:pt x="133607" y="265414"/>
                </a:lnTo>
                <a:cubicBezTo>
                  <a:pt x="135445" y="263623"/>
                  <a:pt x="136483" y="261165"/>
                  <a:pt x="136483" y="258594"/>
                </a:cubicBezTo>
                <a:cubicBezTo>
                  <a:pt x="136483" y="256022"/>
                  <a:pt x="135445" y="253565"/>
                  <a:pt x="133607" y="251774"/>
                </a:cubicBezTo>
                <a:moveTo>
                  <a:pt x="250993" y="188833"/>
                </a:moveTo>
                <a:cubicBezTo>
                  <a:pt x="289607" y="188833"/>
                  <a:pt x="307628" y="178279"/>
                  <a:pt x="307628" y="175059"/>
                </a:cubicBezTo>
                <a:cubicBezTo>
                  <a:pt x="307628" y="171840"/>
                  <a:pt x="289988" y="161420"/>
                  <a:pt x="250993" y="161420"/>
                </a:cubicBezTo>
                <a:cubicBezTo>
                  <a:pt x="211988" y="161420"/>
                  <a:pt x="194357" y="171840"/>
                  <a:pt x="194357" y="175059"/>
                </a:cubicBezTo>
                <a:cubicBezTo>
                  <a:pt x="194357" y="178279"/>
                  <a:pt x="211988" y="188833"/>
                  <a:pt x="250993" y="188833"/>
                </a:cubicBezTo>
                <a:moveTo>
                  <a:pt x="250993" y="227828"/>
                </a:moveTo>
                <a:cubicBezTo>
                  <a:pt x="270700" y="228676"/>
                  <a:pt x="290388" y="225618"/>
                  <a:pt x="308914" y="218827"/>
                </a:cubicBezTo>
                <a:lnTo>
                  <a:pt x="308914" y="190633"/>
                </a:lnTo>
                <a:cubicBezTo>
                  <a:pt x="290722" y="198758"/>
                  <a:pt x="270891" y="202549"/>
                  <a:pt x="250993" y="201701"/>
                </a:cubicBezTo>
                <a:cubicBezTo>
                  <a:pt x="231086" y="202549"/>
                  <a:pt x="211264" y="198758"/>
                  <a:pt x="193071" y="190633"/>
                </a:cubicBezTo>
                <a:lnTo>
                  <a:pt x="193071" y="218827"/>
                </a:lnTo>
                <a:cubicBezTo>
                  <a:pt x="211597" y="225618"/>
                  <a:pt x="231276" y="228676"/>
                  <a:pt x="250993" y="227828"/>
                </a:cubicBezTo>
                <a:moveTo>
                  <a:pt x="250993" y="280863"/>
                </a:moveTo>
                <a:cubicBezTo>
                  <a:pt x="231362" y="281244"/>
                  <a:pt x="211788" y="278425"/>
                  <a:pt x="193071" y="272500"/>
                </a:cubicBezTo>
                <a:lnTo>
                  <a:pt x="193071" y="290388"/>
                </a:lnTo>
                <a:cubicBezTo>
                  <a:pt x="193071" y="300551"/>
                  <a:pt x="218817" y="308924"/>
                  <a:pt x="250993" y="308924"/>
                </a:cubicBezTo>
                <a:cubicBezTo>
                  <a:pt x="283168" y="308924"/>
                  <a:pt x="308914" y="300551"/>
                  <a:pt x="308914" y="290388"/>
                </a:cubicBezTo>
                <a:lnTo>
                  <a:pt x="308914" y="272500"/>
                </a:lnTo>
                <a:cubicBezTo>
                  <a:pt x="290188" y="278425"/>
                  <a:pt x="270624" y="281244"/>
                  <a:pt x="250993" y="280863"/>
                </a:cubicBezTo>
                <a:moveTo>
                  <a:pt x="308914" y="258470"/>
                </a:moveTo>
                <a:lnTo>
                  <a:pt x="308914" y="232724"/>
                </a:lnTo>
                <a:cubicBezTo>
                  <a:pt x="290188" y="238648"/>
                  <a:pt x="270624" y="241477"/>
                  <a:pt x="250993" y="241087"/>
                </a:cubicBezTo>
                <a:cubicBezTo>
                  <a:pt x="231362" y="241477"/>
                  <a:pt x="211788" y="238648"/>
                  <a:pt x="193071" y="232724"/>
                </a:cubicBezTo>
                <a:lnTo>
                  <a:pt x="193071" y="258470"/>
                </a:lnTo>
                <a:cubicBezTo>
                  <a:pt x="211540" y="265509"/>
                  <a:pt x="231238" y="268747"/>
                  <a:pt x="250993" y="267995"/>
                </a:cubicBezTo>
                <a:cubicBezTo>
                  <a:pt x="270748" y="268747"/>
                  <a:pt x="290445" y="265509"/>
                  <a:pt x="308914" y="258470"/>
                </a:cubicBezTo>
                <a:moveTo>
                  <a:pt x="151371" y="43643"/>
                </a:moveTo>
                <a:lnTo>
                  <a:pt x="116481" y="8762"/>
                </a:lnTo>
                <a:cubicBezTo>
                  <a:pt x="110947" y="3152"/>
                  <a:pt x="103384" y="0"/>
                  <a:pt x="95507" y="9"/>
                </a:cubicBezTo>
                <a:lnTo>
                  <a:pt x="29603" y="9"/>
                </a:lnTo>
                <a:cubicBezTo>
                  <a:pt x="13258" y="9"/>
                  <a:pt x="0" y="13268"/>
                  <a:pt x="0" y="29613"/>
                </a:cubicBezTo>
                <a:lnTo>
                  <a:pt x="0" y="155628"/>
                </a:lnTo>
                <a:cubicBezTo>
                  <a:pt x="0" y="171973"/>
                  <a:pt x="13258" y="185232"/>
                  <a:pt x="29603" y="185232"/>
                </a:cubicBezTo>
                <a:lnTo>
                  <a:pt x="130387" y="185232"/>
                </a:lnTo>
                <a:cubicBezTo>
                  <a:pt x="146761" y="185232"/>
                  <a:pt x="160048" y="171992"/>
                  <a:pt x="160115" y="155628"/>
                </a:cubicBezTo>
                <a:lnTo>
                  <a:pt x="160115" y="64369"/>
                </a:lnTo>
                <a:cubicBezTo>
                  <a:pt x="160067" y="56568"/>
                  <a:pt x="156924" y="49110"/>
                  <a:pt x="151371" y="43643"/>
                </a:cubicBezTo>
                <a:moveTo>
                  <a:pt x="29603" y="25755"/>
                </a:moveTo>
                <a:lnTo>
                  <a:pt x="95507" y="25755"/>
                </a:lnTo>
                <a:cubicBezTo>
                  <a:pt x="96526" y="25755"/>
                  <a:pt x="97507" y="26174"/>
                  <a:pt x="98212" y="26908"/>
                </a:cubicBezTo>
                <a:lnTo>
                  <a:pt x="133216" y="61788"/>
                </a:lnTo>
                <a:cubicBezTo>
                  <a:pt x="133911" y="62579"/>
                  <a:pt x="134321" y="63579"/>
                  <a:pt x="134378" y="64627"/>
                </a:cubicBezTo>
                <a:lnTo>
                  <a:pt x="134378" y="115852"/>
                </a:lnTo>
                <a:lnTo>
                  <a:pt x="115843" y="95126"/>
                </a:lnTo>
                <a:cubicBezTo>
                  <a:pt x="113699" y="92763"/>
                  <a:pt x="110661" y="91411"/>
                  <a:pt x="107480" y="91392"/>
                </a:cubicBezTo>
                <a:cubicBezTo>
                  <a:pt x="104270" y="91335"/>
                  <a:pt x="101203" y="92706"/>
                  <a:pt x="99107" y="95126"/>
                </a:cubicBezTo>
                <a:lnTo>
                  <a:pt x="71951" y="126149"/>
                </a:lnTo>
                <a:lnTo>
                  <a:pt x="89325" y="140827"/>
                </a:lnTo>
                <a:cubicBezTo>
                  <a:pt x="92068" y="143094"/>
                  <a:pt x="92440" y="147161"/>
                  <a:pt x="90163" y="149894"/>
                </a:cubicBezTo>
                <a:cubicBezTo>
                  <a:pt x="87887" y="152638"/>
                  <a:pt x="83829" y="153009"/>
                  <a:pt x="81086" y="150733"/>
                </a:cubicBezTo>
                <a:lnTo>
                  <a:pt x="43119" y="119843"/>
                </a:lnTo>
                <a:cubicBezTo>
                  <a:pt x="38642" y="116290"/>
                  <a:pt x="32204" y="116671"/>
                  <a:pt x="28184" y="120738"/>
                </a:cubicBezTo>
                <a:lnTo>
                  <a:pt x="25746" y="123062"/>
                </a:lnTo>
                <a:lnTo>
                  <a:pt x="25746" y="29613"/>
                </a:lnTo>
                <a:cubicBezTo>
                  <a:pt x="25812" y="27508"/>
                  <a:pt x="27498" y="25822"/>
                  <a:pt x="29603" y="25755"/>
                </a:cubicBezTo>
              </a:path>
            </a:pathLst>
          </a:custGeom>
          <a:solidFill>
            <a:srgbClr val="2240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152836" y="2127716"/>
            <a:ext cx="309276" cy="308914"/>
          </a:xfrm>
          <a:custGeom>
            <a:avLst/>
            <a:gdLst/>
            <a:ahLst/>
            <a:cxnLst/>
            <a:rect l="0" t="0" r="0" b="0"/>
            <a:pathLst>
              <a:path w="309276" h="308914">
                <a:moveTo>
                  <a:pt x="212378" y="45177"/>
                </a:moveTo>
                <a:cubicBezTo>
                  <a:pt x="208121" y="45148"/>
                  <a:pt x="204025" y="46805"/>
                  <a:pt x="201006" y="49806"/>
                </a:cubicBezTo>
                <a:cubicBezTo>
                  <a:pt x="197986" y="52806"/>
                  <a:pt x="196291" y="56883"/>
                  <a:pt x="196291" y="61140"/>
                </a:cubicBezTo>
                <a:lnTo>
                  <a:pt x="196291" y="77228"/>
                </a:lnTo>
                <a:lnTo>
                  <a:pt x="228466" y="77228"/>
                </a:lnTo>
                <a:lnTo>
                  <a:pt x="228466" y="61007"/>
                </a:lnTo>
                <a:cubicBezTo>
                  <a:pt x="228399" y="52196"/>
                  <a:pt x="221189" y="45110"/>
                  <a:pt x="212378" y="45177"/>
                </a:cubicBezTo>
                <a:moveTo>
                  <a:pt x="285359" y="0"/>
                </a:moveTo>
                <a:lnTo>
                  <a:pt x="130902" y="0"/>
                </a:lnTo>
                <a:cubicBezTo>
                  <a:pt x="117871" y="0"/>
                  <a:pt x="107289" y="10525"/>
                  <a:pt x="107222" y="23555"/>
                </a:cubicBezTo>
                <a:lnTo>
                  <a:pt x="107222" y="87915"/>
                </a:lnTo>
                <a:cubicBezTo>
                  <a:pt x="125415" y="103822"/>
                  <a:pt x="128168" y="131111"/>
                  <a:pt x="113528" y="150333"/>
                </a:cubicBezTo>
                <a:lnTo>
                  <a:pt x="176984" y="150333"/>
                </a:lnTo>
                <a:lnTo>
                  <a:pt x="175955" y="186632"/>
                </a:lnTo>
                <a:cubicBezTo>
                  <a:pt x="175688" y="189509"/>
                  <a:pt x="177450" y="192176"/>
                  <a:pt x="180203" y="193071"/>
                </a:cubicBezTo>
                <a:cubicBezTo>
                  <a:pt x="181089" y="193462"/>
                  <a:pt x="182051" y="193681"/>
                  <a:pt x="183032" y="193709"/>
                </a:cubicBezTo>
                <a:cubicBezTo>
                  <a:pt x="184546" y="193738"/>
                  <a:pt x="186023" y="193186"/>
                  <a:pt x="187147" y="192166"/>
                </a:cubicBezTo>
                <a:lnTo>
                  <a:pt x="235677" y="150856"/>
                </a:lnTo>
                <a:lnTo>
                  <a:pt x="285997" y="150856"/>
                </a:lnTo>
                <a:cubicBezTo>
                  <a:pt x="299037" y="150428"/>
                  <a:pt x="309276" y="139560"/>
                  <a:pt x="308914" y="126530"/>
                </a:cubicBezTo>
                <a:lnTo>
                  <a:pt x="308914" y="23555"/>
                </a:lnTo>
                <a:cubicBezTo>
                  <a:pt x="308914" y="10544"/>
                  <a:pt x="298370" y="0"/>
                  <a:pt x="285359" y="0"/>
                </a:cubicBezTo>
                <a:moveTo>
                  <a:pt x="247773" y="109404"/>
                </a:moveTo>
                <a:cubicBezTo>
                  <a:pt x="247773" y="114738"/>
                  <a:pt x="243449" y="119062"/>
                  <a:pt x="238125" y="119062"/>
                </a:cubicBezTo>
                <a:cubicBezTo>
                  <a:pt x="232791" y="119062"/>
                  <a:pt x="228466" y="114738"/>
                  <a:pt x="228466" y="109404"/>
                </a:cubicBezTo>
                <a:lnTo>
                  <a:pt x="228466" y="96535"/>
                </a:lnTo>
                <a:lnTo>
                  <a:pt x="196291" y="96535"/>
                </a:lnTo>
                <a:lnTo>
                  <a:pt x="196291" y="109404"/>
                </a:lnTo>
                <a:cubicBezTo>
                  <a:pt x="196291" y="114738"/>
                  <a:pt x="191966" y="119062"/>
                  <a:pt x="186632" y="119062"/>
                </a:cubicBezTo>
                <a:cubicBezTo>
                  <a:pt x="181298" y="119062"/>
                  <a:pt x="176984" y="114738"/>
                  <a:pt x="176984" y="109404"/>
                </a:cubicBezTo>
                <a:lnTo>
                  <a:pt x="176984" y="61140"/>
                </a:lnTo>
                <a:cubicBezTo>
                  <a:pt x="176984" y="41586"/>
                  <a:pt x="192833" y="25746"/>
                  <a:pt x="212378" y="25746"/>
                </a:cubicBezTo>
                <a:cubicBezTo>
                  <a:pt x="231924" y="25746"/>
                  <a:pt x="247773" y="41586"/>
                  <a:pt x="247773" y="61140"/>
                </a:cubicBezTo>
                <a:lnTo>
                  <a:pt x="247773" y="109404"/>
                </a:lnTo>
                <a:moveTo>
                  <a:pt x="86877" y="161534"/>
                </a:moveTo>
                <a:lnTo>
                  <a:pt x="86877" y="149561"/>
                </a:lnTo>
                <a:cubicBezTo>
                  <a:pt x="100183" y="144865"/>
                  <a:pt x="108156" y="131264"/>
                  <a:pt x="105775" y="117367"/>
                </a:cubicBezTo>
                <a:cubicBezTo>
                  <a:pt x="103384" y="103460"/>
                  <a:pt x="91335" y="93297"/>
                  <a:pt x="77228" y="93297"/>
                </a:cubicBezTo>
                <a:cubicBezTo>
                  <a:pt x="63122" y="93297"/>
                  <a:pt x="51073" y="103460"/>
                  <a:pt x="48682" y="117367"/>
                </a:cubicBezTo>
                <a:cubicBezTo>
                  <a:pt x="46301" y="131264"/>
                  <a:pt x="54273" y="144865"/>
                  <a:pt x="67570" y="149561"/>
                </a:cubicBezTo>
                <a:lnTo>
                  <a:pt x="67570" y="161534"/>
                </a:lnTo>
                <a:cubicBezTo>
                  <a:pt x="28975" y="166401"/>
                  <a:pt x="19" y="199215"/>
                  <a:pt x="0" y="238125"/>
                </a:cubicBezTo>
                <a:lnTo>
                  <a:pt x="0" y="283168"/>
                </a:lnTo>
                <a:cubicBezTo>
                  <a:pt x="0" y="297389"/>
                  <a:pt x="11525" y="308914"/>
                  <a:pt x="25746" y="308914"/>
                </a:cubicBezTo>
                <a:lnTo>
                  <a:pt x="128711" y="308914"/>
                </a:lnTo>
                <a:cubicBezTo>
                  <a:pt x="142932" y="308914"/>
                  <a:pt x="154457" y="297389"/>
                  <a:pt x="154457" y="283168"/>
                </a:cubicBezTo>
                <a:lnTo>
                  <a:pt x="154457" y="238125"/>
                </a:lnTo>
                <a:cubicBezTo>
                  <a:pt x="154438" y="199215"/>
                  <a:pt x="125482" y="166401"/>
                  <a:pt x="86877" y="161534"/>
                </a:cubicBezTo>
                <a:moveTo>
                  <a:pt x="106184" y="202720"/>
                </a:moveTo>
                <a:cubicBezTo>
                  <a:pt x="113299" y="202720"/>
                  <a:pt x="119062" y="208483"/>
                  <a:pt x="119062" y="215598"/>
                </a:cubicBezTo>
                <a:cubicBezTo>
                  <a:pt x="119062" y="222704"/>
                  <a:pt x="113299" y="228466"/>
                  <a:pt x="106184" y="228466"/>
                </a:cubicBezTo>
                <a:cubicBezTo>
                  <a:pt x="99079" y="228466"/>
                  <a:pt x="93316" y="222704"/>
                  <a:pt x="93316" y="215598"/>
                </a:cubicBezTo>
                <a:cubicBezTo>
                  <a:pt x="93316" y="208483"/>
                  <a:pt x="99079" y="202720"/>
                  <a:pt x="106184" y="202720"/>
                </a:cubicBezTo>
                <a:moveTo>
                  <a:pt x="48263" y="202720"/>
                </a:moveTo>
                <a:cubicBezTo>
                  <a:pt x="55378" y="202720"/>
                  <a:pt x="61140" y="208483"/>
                  <a:pt x="61140" y="215598"/>
                </a:cubicBezTo>
                <a:cubicBezTo>
                  <a:pt x="61140" y="222704"/>
                  <a:pt x="55378" y="228466"/>
                  <a:pt x="48263" y="228466"/>
                </a:cubicBezTo>
                <a:cubicBezTo>
                  <a:pt x="41157" y="228466"/>
                  <a:pt x="35394" y="222704"/>
                  <a:pt x="35394" y="215598"/>
                </a:cubicBezTo>
                <a:cubicBezTo>
                  <a:pt x="35394" y="208483"/>
                  <a:pt x="41157" y="202720"/>
                  <a:pt x="48263" y="202720"/>
                </a:cubicBezTo>
                <a:moveTo>
                  <a:pt x="128711" y="283168"/>
                </a:moveTo>
                <a:lnTo>
                  <a:pt x="25746" y="283168"/>
                </a:lnTo>
                <a:lnTo>
                  <a:pt x="25746" y="257432"/>
                </a:lnTo>
                <a:lnTo>
                  <a:pt x="128711" y="257432"/>
                </a:lnTo>
                <a:lnTo>
                  <a:pt x="128711" y="283168"/>
                </a:lnTo>
              </a:path>
            </a:pathLst>
          </a:custGeom>
          <a:solidFill>
            <a:srgbClr val="2240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654819" y="3002973"/>
            <a:ext cx="308914" cy="257422"/>
          </a:xfrm>
          <a:custGeom>
            <a:avLst/>
            <a:gdLst/>
            <a:ahLst/>
            <a:cxnLst/>
            <a:rect l="0" t="0" r="0" b="0"/>
            <a:pathLst>
              <a:path w="308914" h="257422">
                <a:moveTo>
                  <a:pt x="122281" y="128711"/>
                </a:moveTo>
                <a:cubicBezTo>
                  <a:pt x="122281" y="146484"/>
                  <a:pt x="136683" y="160886"/>
                  <a:pt x="154457" y="160886"/>
                </a:cubicBezTo>
                <a:cubicBezTo>
                  <a:pt x="172231" y="160886"/>
                  <a:pt x="186632" y="146484"/>
                  <a:pt x="186632" y="128711"/>
                </a:cubicBezTo>
                <a:cubicBezTo>
                  <a:pt x="186632" y="110937"/>
                  <a:pt x="172231" y="96535"/>
                  <a:pt x="154457" y="96535"/>
                </a:cubicBezTo>
                <a:cubicBezTo>
                  <a:pt x="136683" y="96535"/>
                  <a:pt x="122281" y="110937"/>
                  <a:pt x="122281" y="128711"/>
                </a:cubicBezTo>
                <a:moveTo>
                  <a:pt x="273519" y="0"/>
                </a:moveTo>
                <a:lnTo>
                  <a:pt x="35394" y="0"/>
                </a:lnTo>
                <a:cubicBezTo>
                  <a:pt x="15849" y="0"/>
                  <a:pt x="0" y="15840"/>
                  <a:pt x="0" y="35394"/>
                </a:cubicBezTo>
                <a:lnTo>
                  <a:pt x="0" y="222027"/>
                </a:lnTo>
                <a:cubicBezTo>
                  <a:pt x="0" y="241573"/>
                  <a:pt x="15849" y="257422"/>
                  <a:pt x="35394" y="257422"/>
                </a:cubicBezTo>
                <a:lnTo>
                  <a:pt x="273519" y="257422"/>
                </a:lnTo>
                <a:cubicBezTo>
                  <a:pt x="293065" y="257422"/>
                  <a:pt x="308914" y="241573"/>
                  <a:pt x="308914" y="222027"/>
                </a:cubicBezTo>
                <a:lnTo>
                  <a:pt x="308914" y="35394"/>
                </a:lnTo>
                <a:cubicBezTo>
                  <a:pt x="308914" y="15840"/>
                  <a:pt x="293065" y="0"/>
                  <a:pt x="273519" y="0"/>
                </a:cubicBezTo>
                <a:moveTo>
                  <a:pt x="32175" y="54702"/>
                </a:moveTo>
                <a:cubicBezTo>
                  <a:pt x="32251" y="42291"/>
                  <a:pt x="42291" y="32242"/>
                  <a:pt x="54702" y="32175"/>
                </a:cubicBezTo>
                <a:lnTo>
                  <a:pt x="80448" y="32175"/>
                </a:lnTo>
                <a:cubicBezTo>
                  <a:pt x="85782" y="32175"/>
                  <a:pt x="90096" y="36499"/>
                  <a:pt x="90096" y="41824"/>
                </a:cubicBezTo>
                <a:cubicBezTo>
                  <a:pt x="90096" y="47158"/>
                  <a:pt x="85782" y="51482"/>
                  <a:pt x="80448" y="51482"/>
                </a:cubicBezTo>
                <a:lnTo>
                  <a:pt x="54702" y="51482"/>
                </a:lnTo>
                <a:cubicBezTo>
                  <a:pt x="52930" y="51482"/>
                  <a:pt x="51482" y="52920"/>
                  <a:pt x="51482" y="54702"/>
                </a:cubicBezTo>
                <a:lnTo>
                  <a:pt x="51482" y="80438"/>
                </a:lnTo>
                <a:cubicBezTo>
                  <a:pt x="51482" y="85772"/>
                  <a:pt x="47167" y="90096"/>
                  <a:pt x="41833" y="90096"/>
                </a:cubicBezTo>
                <a:cubicBezTo>
                  <a:pt x="36499" y="90096"/>
                  <a:pt x="32175" y="85772"/>
                  <a:pt x="32175" y="80438"/>
                </a:cubicBezTo>
                <a:lnTo>
                  <a:pt x="32175" y="54702"/>
                </a:lnTo>
                <a:moveTo>
                  <a:pt x="32175" y="176974"/>
                </a:moveTo>
                <a:cubicBezTo>
                  <a:pt x="32175" y="171650"/>
                  <a:pt x="36499" y="167325"/>
                  <a:pt x="41833" y="167325"/>
                </a:cubicBezTo>
                <a:cubicBezTo>
                  <a:pt x="47167" y="167325"/>
                  <a:pt x="51482" y="171650"/>
                  <a:pt x="51482" y="176974"/>
                </a:cubicBezTo>
                <a:lnTo>
                  <a:pt x="51482" y="202720"/>
                </a:lnTo>
                <a:cubicBezTo>
                  <a:pt x="51482" y="204501"/>
                  <a:pt x="52930" y="205940"/>
                  <a:pt x="54702" y="205940"/>
                </a:cubicBezTo>
                <a:lnTo>
                  <a:pt x="80448" y="205940"/>
                </a:lnTo>
                <a:cubicBezTo>
                  <a:pt x="85782" y="205940"/>
                  <a:pt x="90096" y="210264"/>
                  <a:pt x="90096" y="215588"/>
                </a:cubicBezTo>
                <a:cubicBezTo>
                  <a:pt x="90096" y="220922"/>
                  <a:pt x="85782" y="225247"/>
                  <a:pt x="80448" y="225247"/>
                </a:cubicBezTo>
                <a:lnTo>
                  <a:pt x="54702" y="225247"/>
                </a:lnTo>
                <a:cubicBezTo>
                  <a:pt x="42291" y="225171"/>
                  <a:pt x="32251" y="215131"/>
                  <a:pt x="32175" y="202720"/>
                </a:cubicBezTo>
                <a:lnTo>
                  <a:pt x="32175" y="176974"/>
                </a:lnTo>
                <a:moveTo>
                  <a:pt x="66284" y="138360"/>
                </a:moveTo>
                <a:cubicBezTo>
                  <a:pt x="61645" y="132959"/>
                  <a:pt x="61645" y="124977"/>
                  <a:pt x="66284" y="119567"/>
                </a:cubicBezTo>
                <a:cubicBezTo>
                  <a:pt x="99240" y="78895"/>
                  <a:pt x="132445" y="70532"/>
                  <a:pt x="154457" y="70532"/>
                </a:cubicBezTo>
                <a:cubicBezTo>
                  <a:pt x="176469" y="70532"/>
                  <a:pt x="209673" y="78895"/>
                  <a:pt x="242620" y="119310"/>
                </a:cubicBezTo>
                <a:cubicBezTo>
                  <a:pt x="247269" y="124720"/>
                  <a:pt x="247269" y="132702"/>
                  <a:pt x="242620" y="138102"/>
                </a:cubicBezTo>
                <a:cubicBezTo>
                  <a:pt x="209673" y="178527"/>
                  <a:pt x="176469" y="186890"/>
                  <a:pt x="154457" y="186890"/>
                </a:cubicBezTo>
                <a:cubicBezTo>
                  <a:pt x="132445" y="186890"/>
                  <a:pt x="99240" y="178527"/>
                  <a:pt x="66284" y="138102"/>
                </a:cubicBezTo>
                <a:moveTo>
                  <a:pt x="254212" y="51482"/>
                </a:moveTo>
                <a:lnTo>
                  <a:pt x="228466" y="51482"/>
                </a:lnTo>
                <a:cubicBezTo>
                  <a:pt x="223132" y="51482"/>
                  <a:pt x="218817" y="47158"/>
                  <a:pt x="218817" y="41824"/>
                </a:cubicBezTo>
                <a:cubicBezTo>
                  <a:pt x="218817" y="36499"/>
                  <a:pt x="223132" y="32175"/>
                  <a:pt x="228466" y="32175"/>
                </a:cubicBezTo>
                <a:lnTo>
                  <a:pt x="254212" y="32175"/>
                </a:lnTo>
                <a:cubicBezTo>
                  <a:pt x="266623" y="32242"/>
                  <a:pt x="276663" y="42291"/>
                  <a:pt x="276739" y="54702"/>
                </a:cubicBezTo>
                <a:lnTo>
                  <a:pt x="276739" y="80438"/>
                </a:lnTo>
                <a:cubicBezTo>
                  <a:pt x="276739" y="85772"/>
                  <a:pt x="272415" y="90096"/>
                  <a:pt x="267080" y="90096"/>
                </a:cubicBezTo>
                <a:cubicBezTo>
                  <a:pt x="261747" y="90096"/>
                  <a:pt x="257432" y="85772"/>
                  <a:pt x="257432" y="80438"/>
                </a:cubicBezTo>
                <a:lnTo>
                  <a:pt x="257432" y="54702"/>
                </a:lnTo>
                <a:cubicBezTo>
                  <a:pt x="257432" y="52920"/>
                  <a:pt x="255984" y="51482"/>
                  <a:pt x="254212" y="51482"/>
                </a:cubicBezTo>
                <a:moveTo>
                  <a:pt x="228466" y="205940"/>
                </a:moveTo>
                <a:lnTo>
                  <a:pt x="254212" y="205940"/>
                </a:lnTo>
                <a:cubicBezTo>
                  <a:pt x="255984" y="205940"/>
                  <a:pt x="257432" y="204501"/>
                  <a:pt x="257432" y="202720"/>
                </a:cubicBezTo>
                <a:lnTo>
                  <a:pt x="257432" y="176974"/>
                </a:lnTo>
                <a:cubicBezTo>
                  <a:pt x="257432" y="171650"/>
                  <a:pt x="261747" y="167325"/>
                  <a:pt x="267080" y="167325"/>
                </a:cubicBezTo>
                <a:cubicBezTo>
                  <a:pt x="272415" y="167325"/>
                  <a:pt x="276739" y="171650"/>
                  <a:pt x="276739" y="176974"/>
                </a:cubicBezTo>
                <a:lnTo>
                  <a:pt x="276739" y="202720"/>
                </a:lnTo>
                <a:cubicBezTo>
                  <a:pt x="276663" y="215131"/>
                  <a:pt x="266623" y="225171"/>
                  <a:pt x="254212" y="225247"/>
                </a:cubicBezTo>
                <a:lnTo>
                  <a:pt x="228466" y="225247"/>
                </a:lnTo>
                <a:cubicBezTo>
                  <a:pt x="223132" y="225247"/>
                  <a:pt x="218817" y="220922"/>
                  <a:pt x="218817" y="215588"/>
                </a:cubicBezTo>
                <a:cubicBezTo>
                  <a:pt x="218817" y="210264"/>
                  <a:pt x="223132" y="205940"/>
                  <a:pt x="228466" y="205940"/>
                </a:cubicBezTo>
              </a:path>
            </a:pathLst>
          </a:custGeom>
          <a:solidFill>
            <a:srgbClr val="2240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860758" y="1278205"/>
            <a:ext cx="205949" cy="308914"/>
          </a:xfrm>
          <a:custGeom>
            <a:avLst/>
            <a:gdLst/>
            <a:ahLst/>
            <a:cxnLst/>
            <a:rect l="0" t="0" r="0" b="0"/>
            <a:pathLst>
              <a:path w="205949" h="308914">
                <a:moveTo>
                  <a:pt x="167335" y="0"/>
                </a:moveTo>
                <a:lnTo>
                  <a:pt x="38614" y="0"/>
                </a:lnTo>
                <a:cubicBezTo>
                  <a:pt x="17287" y="0"/>
                  <a:pt x="0" y="17287"/>
                  <a:pt x="0" y="38614"/>
                </a:cubicBezTo>
                <a:lnTo>
                  <a:pt x="0" y="270300"/>
                </a:lnTo>
                <a:cubicBezTo>
                  <a:pt x="0" y="291626"/>
                  <a:pt x="17287" y="308914"/>
                  <a:pt x="38614" y="308914"/>
                </a:cubicBezTo>
                <a:lnTo>
                  <a:pt x="167335" y="308914"/>
                </a:lnTo>
                <a:cubicBezTo>
                  <a:pt x="188652" y="308914"/>
                  <a:pt x="205949" y="291626"/>
                  <a:pt x="205949" y="270300"/>
                </a:cubicBezTo>
                <a:lnTo>
                  <a:pt x="205949" y="38614"/>
                </a:lnTo>
                <a:cubicBezTo>
                  <a:pt x="205949" y="17287"/>
                  <a:pt x="188652" y="0"/>
                  <a:pt x="167335" y="0"/>
                </a:cubicBezTo>
                <a:moveTo>
                  <a:pt x="180203" y="244554"/>
                </a:moveTo>
                <a:cubicBezTo>
                  <a:pt x="180203" y="248107"/>
                  <a:pt x="177317" y="250993"/>
                  <a:pt x="173764" y="250993"/>
                </a:cubicBezTo>
                <a:lnTo>
                  <a:pt x="32184" y="250993"/>
                </a:lnTo>
                <a:cubicBezTo>
                  <a:pt x="28622" y="250993"/>
                  <a:pt x="25746" y="248107"/>
                  <a:pt x="25746" y="244554"/>
                </a:cubicBezTo>
                <a:lnTo>
                  <a:pt x="25746" y="45053"/>
                </a:lnTo>
                <a:cubicBezTo>
                  <a:pt x="25746" y="41490"/>
                  <a:pt x="28622" y="38614"/>
                  <a:pt x="32184" y="38614"/>
                </a:cubicBezTo>
                <a:lnTo>
                  <a:pt x="173764" y="38614"/>
                </a:lnTo>
                <a:cubicBezTo>
                  <a:pt x="177317" y="38614"/>
                  <a:pt x="180203" y="41490"/>
                  <a:pt x="180203" y="45053"/>
                </a:cubicBezTo>
                <a:lnTo>
                  <a:pt x="180203" y="244554"/>
                </a:lnTo>
                <a:moveTo>
                  <a:pt x="57921" y="115843"/>
                </a:moveTo>
                <a:cubicBezTo>
                  <a:pt x="50815" y="115843"/>
                  <a:pt x="45053" y="121605"/>
                  <a:pt x="45053" y="128711"/>
                </a:cubicBezTo>
                <a:lnTo>
                  <a:pt x="45053" y="167325"/>
                </a:lnTo>
                <a:cubicBezTo>
                  <a:pt x="45053" y="174440"/>
                  <a:pt x="50815" y="180203"/>
                  <a:pt x="57921" y="180203"/>
                </a:cubicBezTo>
                <a:cubicBezTo>
                  <a:pt x="65036" y="180203"/>
                  <a:pt x="70799" y="174440"/>
                  <a:pt x="70799" y="167325"/>
                </a:cubicBezTo>
                <a:lnTo>
                  <a:pt x="70799" y="128711"/>
                </a:lnTo>
                <a:cubicBezTo>
                  <a:pt x="70799" y="121605"/>
                  <a:pt x="65036" y="115843"/>
                  <a:pt x="57921" y="115843"/>
                </a:cubicBezTo>
                <a:moveTo>
                  <a:pt x="148028" y="115843"/>
                </a:moveTo>
                <a:cubicBezTo>
                  <a:pt x="140912" y="115843"/>
                  <a:pt x="135150" y="121605"/>
                  <a:pt x="135150" y="128711"/>
                </a:cubicBezTo>
                <a:lnTo>
                  <a:pt x="135150" y="167325"/>
                </a:lnTo>
                <a:cubicBezTo>
                  <a:pt x="135150" y="174440"/>
                  <a:pt x="140912" y="180203"/>
                  <a:pt x="148028" y="180203"/>
                </a:cubicBezTo>
                <a:cubicBezTo>
                  <a:pt x="155133" y="180203"/>
                  <a:pt x="160896" y="174440"/>
                  <a:pt x="160896" y="167325"/>
                </a:cubicBezTo>
                <a:lnTo>
                  <a:pt x="160896" y="128711"/>
                </a:lnTo>
                <a:cubicBezTo>
                  <a:pt x="160896" y="121605"/>
                  <a:pt x="155133" y="115843"/>
                  <a:pt x="148028" y="115843"/>
                </a:cubicBezTo>
                <a:moveTo>
                  <a:pt x="102974" y="83667"/>
                </a:moveTo>
                <a:cubicBezTo>
                  <a:pt x="95869" y="83667"/>
                  <a:pt x="90106" y="89430"/>
                  <a:pt x="90106" y="96535"/>
                </a:cubicBezTo>
                <a:lnTo>
                  <a:pt x="90106" y="199510"/>
                </a:lnTo>
                <a:cubicBezTo>
                  <a:pt x="90106" y="206616"/>
                  <a:pt x="95869" y="212378"/>
                  <a:pt x="102974" y="212378"/>
                </a:cubicBezTo>
                <a:cubicBezTo>
                  <a:pt x="110080" y="212378"/>
                  <a:pt x="115843" y="206616"/>
                  <a:pt x="115843" y="199510"/>
                </a:cubicBezTo>
                <a:lnTo>
                  <a:pt x="115843" y="96535"/>
                </a:lnTo>
                <a:cubicBezTo>
                  <a:pt x="115843" y="89430"/>
                  <a:pt x="110080" y="83667"/>
                  <a:pt x="102974" y="83667"/>
                </a:cubicBezTo>
              </a:path>
            </a:pathLst>
          </a:custGeom>
          <a:solidFill>
            <a:srgbClr val="2240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810919" y="1701065"/>
            <a:ext cx="311486" cy="309648"/>
          </a:xfrm>
          <a:custGeom>
            <a:avLst/>
            <a:gdLst/>
            <a:ahLst/>
            <a:cxnLst/>
            <a:rect l="0" t="0" r="0" b="0"/>
            <a:pathLst>
              <a:path w="311486" h="309648">
                <a:moveTo>
                  <a:pt x="15192" y="149790"/>
                </a:moveTo>
                <a:cubicBezTo>
                  <a:pt x="15192" y="135216"/>
                  <a:pt x="27012" y="123405"/>
                  <a:pt x="41586" y="123405"/>
                </a:cubicBezTo>
                <a:cubicBezTo>
                  <a:pt x="56149" y="123405"/>
                  <a:pt x="67970" y="135216"/>
                  <a:pt x="67970" y="149790"/>
                </a:cubicBezTo>
                <a:cubicBezTo>
                  <a:pt x="67970" y="164363"/>
                  <a:pt x="56149" y="176174"/>
                  <a:pt x="41586" y="176174"/>
                </a:cubicBezTo>
                <a:cubicBezTo>
                  <a:pt x="27012" y="176174"/>
                  <a:pt x="15192" y="164363"/>
                  <a:pt x="15192" y="149790"/>
                </a:cubicBezTo>
                <a:moveTo>
                  <a:pt x="130397" y="41157"/>
                </a:moveTo>
                <a:cubicBezTo>
                  <a:pt x="130397" y="26584"/>
                  <a:pt x="142208" y="14763"/>
                  <a:pt x="156781" y="14763"/>
                </a:cubicBezTo>
                <a:cubicBezTo>
                  <a:pt x="171354" y="14763"/>
                  <a:pt x="183165" y="26584"/>
                  <a:pt x="183165" y="41157"/>
                </a:cubicBezTo>
                <a:cubicBezTo>
                  <a:pt x="183165" y="55721"/>
                  <a:pt x="171354" y="67541"/>
                  <a:pt x="156781" y="67541"/>
                </a:cubicBezTo>
                <a:cubicBezTo>
                  <a:pt x="142208" y="67541"/>
                  <a:pt x="130397" y="55721"/>
                  <a:pt x="130397" y="41157"/>
                </a:cubicBezTo>
                <a:moveTo>
                  <a:pt x="130397" y="271548"/>
                </a:moveTo>
                <a:cubicBezTo>
                  <a:pt x="130397" y="256974"/>
                  <a:pt x="142208" y="245163"/>
                  <a:pt x="156781" y="245163"/>
                </a:cubicBezTo>
                <a:cubicBezTo>
                  <a:pt x="171354" y="245163"/>
                  <a:pt x="183165" y="256974"/>
                  <a:pt x="183165" y="271548"/>
                </a:cubicBezTo>
                <a:cubicBezTo>
                  <a:pt x="183165" y="286121"/>
                  <a:pt x="171354" y="297932"/>
                  <a:pt x="156781" y="297932"/>
                </a:cubicBezTo>
                <a:cubicBezTo>
                  <a:pt x="142208" y="297932"/>
                  <a:pt x="130397" y="286121"/>
                  <a:pt x="130397" y="271548"/>
                </a:cubicBezTo>
                <a:moveTo>
                  <a:pt x="245592" y="271548"/>
                </a:moveTo>
                <a:cubicBezTo>
                  <a:pt x="245592" y="256974"/>
                  <a:pt x="257403" y="245163"/>
                  <a:pt x="271976" y="245163"/>
                </a:cubicBezTo>
                <a:cubicBezTo>
                  <a:pt x="286550" y="245163"/>
                  <a:pt x="298361" y="256974"/>
                  <a:pt x="298361" y="271548"/>
                </a:cubicBezTo>
                <a:cubicBezTo>
                  <a:pt x="298361" y="286121"/>
                  <a:pt x="286550" y="297932"/>
                  <a:pt x="271976" y="297932"/>
                </a:cubicBezTo>
                <a:cubicBezTo>
                  <a:pt x="257403" y="297932"/>
                  <a:pt x="245592" y="286121"/>
                  <a:pt x="245592" y="271548"/>
                </a:cubicBezTo>
                <a:moveTo>
                  <a:pt x="285492" y="112718"/>
                </a:moveTo>
                <a:lnTo>
                  <a:pt x="285492" y="78095"/>
                </a:lnTo>
                <a:cubicBezTo>
                  <a:pt x="300399" y="72723"/>
                  <a:pt x="310505" y="58797"/>
                  <a:pt x="311000" y="42967"/>
                </a:cubicBezTo>
                <a:cubicBezTo>
                  <a:pt x="311486" y="27136"/>
                  <a:pt x="302266" y="12611"/>
                  <a:pt x="287731" y="6324"/>
                </a:cubicBezTo>
                <a:cubicBezTo>
                  <a:pt x="273186" y="38"/>
                  <a:pt x="256289" y="3267"/>
                  <a:pt x="245087" y="14468"/>
                </a:cubicBezTo>
                <a:cubicBezTo>
                  <a:pt x="233895" y="25679"/>
                  <a:pt x="230676" y="42576"/>
                  <a:pt x="236972" y="57111"/>
                </a:cubicBezTo>
                <a:lnTo>
                  <a:pt x="174802" y="115033"/>
                </a:lnTo>
                <a:cubicBezTo>
                  <a:pt x="163525" y="109080"/>
                  <a:pt x="150037" y="109080"/>
                  <a:pt x="138760" y="115033"/>
                </a:cubicBezTo>
                <a:lnTo>
                  <a:pt x="77238" y="57111"/>
                </a:lnTo>
                <a:cubicBezTo>
                  <a:pt x="84058" y="41481"/>
                  <a:pt x="79819" y="23231"/>
                  <a:pt x="66808" y="12211"/>
                </a:cubicBezTo>
                <a:cubicBezTo>
                  <a:pt x="53797" y="1190"/>
                  <a:pt x="35099" y="0"/>
                  <a:pt x="20802" y="9286"/>
                </a:cubicBezTo>
                <a:cubicBezTo>
                  <a:pt x="6505" y="18583"/>
                  <a:pt x="0" y="36147"/>
                  <a:pt x="4781" y="52511"/>
                </a:cubicBezTo>
                <a:cubicBezTo>
                  <a:pt x="9572" y="68875"/>
                  <a:pt x="24526" y="80162"/>
                  <a:pt x="41586" y="80286"/>
                </a:cubicBezTo>
                <a:cubicBezTo>
                  <a:pt x="47853" y="80305"/>
                  <a:pt x="54035" y="78809"/>
                  <a:pt x="59597" y="75904"/>
                </a:cubicBezTo>
                <a:lnTo>
                  <a:pt x="120996" y="133702"/>
                </a:lnTo>
                <a:cubicBezTo>
                  <a:pt x="116024" y="144608"/>
                  <a:pt x="116405" y="157210"/>
                  <a:pt x="122024" y="167811"/>
                </a:cubicBezTo>
                <a:lnTo>
                  <a:pt x="57673" y="235896"/>
                </a:lnTo>
                <a:cubicBezTo>
                  <a:pt x="52606" y="233638"/>
                  <a:pt x="47129" y="232457"/>
                  <a:pt x="41586" y="232419"/>
                </a:cubicBezTo>
                <a:cubicBezTo>
                  <a:pt x="20259" y="232419"/>
                  <a:pt x="2971" y="249707"/>
                  <a:pt x="2971" y="271033"/>
                </a:cubicBezTo>
                <a:cubicBezTo>
                  <a:pt x="2971" y="292360"/>
                  <a:pt x="20259" y="309648"/>
                  <a:pt x="41586" y="309648"/>
                </a:cubicBezTo>
                <a:cubicBezTo>
                  <a:pt x="62903" y="309648"/>
                  <a:pt x="80200" y="292360"/>
                  <a:pt x="80200" y="271033"/>
                </a:cubicBezTo>
                <a:cubicBezTo>
                  <a:pt x="80219" y="264766"/>
                  <a:pt x="78724" y="258575"/>
                  <a:pt x="75819" y="253012"/>
                </a:cubicBezTo>
                <a:lnTo>
                  <a:pt x="140179" y="184927"/>
                </a:lnTo>
                <a:cubicBezTo>
                  <a:pt x="145208" y="187271"/>
                  <a:pt x="150714" y="188461"/>
                  <a:pt x="156267" y="188404"/>
                </a:cubicBezTo>
                <a:cubicBezTo>
                  <a:pt x="172812" y="188490"/>
                  <a:pt x="187642" y="178193"/>
                  <a:pt x="193338" y="162658"/>
                </a:cubicBezTo>
                <a:lnTo>
                  <a:pt x="234524" y="162658"/>
                </a:lnTo>
                <a:cubicBezTo>
                  <a:pt x="241049" y="178869"/>
                  <a:pt x="257651" y="188671"/>
                  <a:pt x="274996" y="186566"/>
                </a:cubicBezTo>
                <a:cubicBezTo>
                  <a:pt x="292341" y="184461"/>
                  <a:pt x="306114" y="170973"/>
                  <a:pt x="308571" y="153666"/>
                </a:cubicBezTo>
                <a:cubicBezTo>
                  <a:pt x="311029" y="136369"/>
                  <a:pt x="301571" y="119576"/>
                  <a:pt x="285492" y="112718"/>
                </a:cubicBezTo>
                <a:moveTo>
                  <a:pt x="194490" y="136912"/>
                </a:moveTo>
                <a:cubicBezTo>
                  <a:pt x="194490" y="135759"/>
                  <a:pt x="193595" y="134731"/>
                  <a:pt x="193205" y="133702"/>
                </a:cubicBezTo>
                <a:lnTo>
                  <a:pt x="254603" y="75904"/>
                </a:lnTo>
                <a:lnTo>
                  <a:pt x="259756" y="78095"/>
                </a:lnTo>
                <a:lnTo>
                  <a:pt x="259756" y="112718"/>
                </a:lnTo>
                <a:cubicBezTo>
                  <a:pt x="248221" y="116538"/>
                  <a:pt x="239106" y="125472"/>
                  <a:pt x="235038" y="136912"/>
                </a:cubicBezTo>
                <a:lnTo>
                  <a:pt x="194490" y="136912"/>
                </a:lnTo>
                <a:moveTo>
                  <a:pt x="272624" y="27641"/>
                </a:moveTo>
                <a:cubicBezTo>
                  <a:pt x="279730" y="27641"/>
                  <a:pt x="285492" y="33404"/>
                  <a:pt x="285492" y="40509"/>
                </a:cubicBezTo>
                <a:cubicBezTo>
                  <a:pt x="285492" y="47615"/>
                  <a:pt x="279730" y="53378"/>
                  <a:pt x="272624" y="53378"/>
                </a:cubicBezTo>
                <a:cubicBezTo>
                  <a:pt x="265518" y="53378"/>
                  <a:pt x="259756" y="47615"/>
                  <a:pt x="259756" y="40509"/>
                </a:cubicBezTo>
                <a:cubicBezTo>
                  <a:pt x="259756" y="33404"/>
                  <a:pt x="265518" y="27641"/>
                  <a:pt x="272624" y="27641"/>
                </a:cubicBezTo>
                <a:moveTo>
                  <a:pt x="28070" y="41157"/>
                </a:moveTo>
                <a:cubicBezTo>
                  <a:pt x="28070" y="34042"/>
                  <a:pt x="33832" y="28279"/>
                  <a:pt x="40938" y="28279"/>
                </a:cubicBezTo>
                <a:cubicBezTo>
                  <a:pt x="48044" y="28279"/>
                  <a:pt x="53806" y="34042"/>
                  <a:pt x="53806" y="41157"/>
                </a:cubicBezTo>
                <a:cubicBezTo>
                  <a:pt x="53806" y="48263"/>
                  <a:pt x="48044" y="54025"/>
                  <a:pt x="40938" y="54025"/>
                </a:cubicBezTo>
                <a:cubicBezTo>
                  <a:pt x="33832" y="54025"/>
                  <a:pt x="28070" y="48263"/>
                  <a:pt x="28070" y="41157"/>
                </a:cubicBezTo>
                <a:moveTo>
                  <a:pt x="40938" y="285711"/>
                </a:moveTo>
                <a:cubicBezTo>
                  <a:pt x="33918" y="285702"/>
                  <a:pt x="28194" y="280063"/>
                  <a:pt x="28089" y="273043"/>
                </a:cubicBezTo>
                <a:cubicBezTo>
                  <a:pt x="27974" y="266023"/>
                  <a:pt x="33508" y="260203"/>
                  <a:pt x="40528" y="259975"/>
                </a:cubicBezTo>
                <a:cubicBezTo>
                  <a:pt x="47548" y="259746"/>
                  <a:pt x="53454" y="265176"/>
                  <a:pt x="53806" y="272195"/>
                </a:cubicBezTo>
                <a:cubicBezTo>
                  <a:pt x="53816" y="279063"/>
                  <a:pt x="48434" y="284721"/>
                  <a:pt x="41586" y="285064"/>
                </a:cubicBezTo>
                <a:lnTo>
                  <a:pt x="40938" y="285711"/>
                </a:lnTo>
                <a:moveTo>
                  <a:pt x="156781" y="163820"/>
                </a:moveTo>
                <a:cubicBezTo>
                  <a:pt x="149771" y="163468"/>
                  <a:pt x="144332" y="157553"/>
                  <a:pt x="144560" y="150542"/>
                </a:cubicBezTo>
                <a:cubicBezTo>
                  <a:pt x="144789" y="143522"/>
                  <a:pt x="150609" y="137979"/>
                  <a:pt x="157629" y="138093"/>
                </a:cubicBezTo>
                <a:cubicBezTo>
                  <a:pt x="164649" y="138207"/>
                  <a:pt x="170287" y="143922"/>
                  <a:pt x="170297" y="150942"/>
                </a:cubicBezTo>
                <a:cubicBezTo>
                  <a:pt x="170126" y="154362"/>
                  <a:pt x="168611" y="157572"/>
                  <a:pt x="166077" y="159867"/>
                </a:cubicBezTo>
                <a:cubicBezTo>
                  <a:pt x="163544" y="162153"/>
                  <a:pt x="160191" y="163344"/>
                  <a:pt x="156781" y="163172"/>
                </a:cubicBezTo>
                <a:lnTo>
                  <a:pt x="156781" y="163820"/>
                </a:lnTo>
                <a:moveTo>
                  <a:pt x="272624" y="163820"/>
                </a:moveTo>
                <a:cubicBezTo>
                  <a:pt x="265195" y="163820"/>
                  <a:pt x="259175" y="157791"/>
                  <a:pt x="259175" y="150371"/>
                </a:cubicBezTo>
                <a:cubicBezTo>
                  <a:pt x="259175" y="142941"/>
                  <a:pt x="265195" y="136921"/>
                  <a:pt x="272624" y="136912"/>
                </a:cubicBezTo>
                <a:cubicBezTo>
                  <a:pt x="280054" y="136912"/>
                  <a:pt x="286073" y="142941"/>
                  <a:pt x="286073" y="150371"/>
                </a:cubicBezTo>
                <a:cubicBezTo>
                  <a:pt x="286073" y="157800"/>
                  <a:pt x="280054" y="163820"/>
                  <a:pt x="272624" y="163820"/>
                </a:cubicBezTo>
              </a:path>
            </a:pathLst>
          </a:custGeom>
          <a:solidFill>
            <a:srgbClr val="2240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51060" y="1085115"/>
            <a:ext cx="1044110" cy="115843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700" b="1">
                <a:solidFill>
                  <a:srgbClr val="22403B"/>
                </a:solidFill>
                <a:latin typeface="Roboto Slab"/>
              </a:rPr>
              <a:t>Speech Recognition</a:t>
            </a:r>
          </a:p>
        </p:txBody>
      </p:sp>
      <p:grpSp>
        <p:nvGrpSpPr>
          <p:cNvPr id="22" name="Group 21"/>
          <p:cNvGrpSpPr/>
          <p:nvPr/>
        </p:nvGrpSpPr>
        <p:grpSpPr>
          <a:xfrm>
            <a:off x="7295662" y="1046463"/>
            <a:ext cx="960167" cy="463428"/>
            <a:chOff x="7295662" y="1046463"/>
            <a:chExt cx="960167" cy="463428"/>
          </a:xfrm>
        </p:grpSpPr>
        <p:sp>
          <p:nvSpPr>
            <p:cNvPr id="18" name="TextBox 17"/>
            <p:cNvSpPr txBox="1"/>
            <p:nvPr/>
          </p:nvSpPr>
          <p:spPr>
            <a:xfrm>
              <a:off x="7295662" y="1046463"/>
              <a:ext cx="1104192" cy="11591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700" b="1">
                  <a:solidFill>
                    <a:srgbClr val="22403B"/>
                  </a:solidFill>
                  <a:latin typeface="Roboto"/>
                </a:rPr>
                <a:t>The core structure of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7295662" y="1162382"/>
              <a:ext cx="1104192" cy="1158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700" b="1">
                  <a:solidFill>
                    <a:srgbClr val="22403B"/>
                  </a:solidFill>
                  <a:latin typeface="Roboto"/>
                </a:rPr>
                <a:t>deep learning,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7295662" y="1278206"/>
              <a:ext cx="1104192" cy="11591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700" b="1">
                  <a:solidFill>
                    <a:srgbClr val="22403B"/>
                  </a:solidFill>
                  <a:latin typeface="Roboto"/>
                </a:rPr>
                <a:t>mimicking the human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7295662" y="1394125"/>
              <a:ext cx="1104192" cy="1157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700" b="1">
                  <a:solidFill>
                    <a:srgbClr val="22403B"/>
                  </a:solidFill>
                  <a:latin typeface="Roboto"/>
                </a:rPr>
                <a:t>brain</a:t>
              </a:r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4281374" y="1278186"/>
            <a:ext cx="813796" cy="231705"/>
            <a:chOff x="4281374" y="1278186"/>
            <a:chExt cx="813796" cy="231705"/>
          </a:xfrm>
        </p:grpSpPr>
        <p:sp>
          <p:nvSpPr>
            <p:cNvPr id="23" name="TextBox 22"/>
            <p:cNvSpPr txBox="1"/>
            <p:nvPr/>
          </p:nvSpPr>
          <p:spPr>
            <a:xfrm>
              <a:off x="4159305" y="1278186"/>
              <a:ext cx="935865" cy="1158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r"/>
              <a:r>
                <a:rPr sz="700" b="1">
                  <a:solidFill>
                    <a:srgbClr val="22403B"/>
                  </a:solidFill>
                  <a:latin typeface="Roboto"/>
                </a:rPr>
                <a:t>Converting spoken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4159305" y="1394010"/>
              <a:ext cx="935865" cy="1158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r"/>
              <a:r>
                <a:rPr sz="700" b="1">
                  <a:solidFill>
                    <a:srgbClr val="22403B"/>
                  </a:solidFill>
                  <a:latin typeface="Roboto"/>
                </a:rPr>
                <a:t>words into text</a:t>
              </a:r>
            </a:p>
          </p:txBody>
        </p:sp>
      </p:grpSp>
      <p:sp>
        <p:nvSpPr>
          <p:cNvPr id="26" name="TextBox 25"/>
          <p:cNvSpPr txBox="1"/>
          <p:nvPr/>
        </p:nvSpPr>
        <p:spPr>
          <a:xfrm>
            <a:off x="7295662" y="853390"/>
            <a:ext cx="901887" cy="115843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00" b="1">
                <a:solidFill>
                  <a:srgbClr val="22403B"/>
                </a:solidFill>
                <a:latin typeface="Roboto Slab"/>
              </a:rPr>
              <a:t>Neural Networks</a:t>
            </a:r>
          </a:p>
        </p:txBody>
      </p:sp>
      <p:grpSp>
        <p:nvGrpSpPr>
          <p:cNvPr id="29" name="Group 28"/>
          <p:cNvGrpSpPr/>
          <p:nvPr/>
        </p:nvGrpSpPr>
        <p:grpSpPr>
          <a:xfrm>
            <a:off x="419100" y="400054"/>
            <a:ext cx="2980134" cy="807672"/>
            <a:chOff x="419100" y="400054"/>
            <a:chExt cx="2980134" cy="807672"/>
          </a:xfrm>
        </p:grpSpPr>
        <p:sp>
          <p:nvSpPr>
            <p:cNvPr id="27" name="TextBox 26"/>
            <p:cNvSpPr txBox="1"/>
            <p:nvPr/>
          </p:nvSpPr>
          <p:spPr>
            <a:xfrm>
              <a:off x="419100" y="400054"/>
              <a:ext cx="3427154" cy="4038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3100" b="1">
                  <a:solidFill>
                    <a:srgbClr val="22403B"/>
                  </a:solidFill>
                  <a:latin typeface="Roboto Slab"/>
                </a:rPr>
                <a:t>Understanding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419100" y="803914"/>
              <a:ext cx="3427154" cy="4038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3100" b="1">
                  <a:solidFill>
                    <a:srgbClr val="22403B"/>
                  </a:solidFill>
                  <a:latin typeface="Roboto Slab"/>
                </a:rPr>
                <a:t>Deep Learning</a:t>
              </a:r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3966660" y="2533134"/>
            <a:ext cx="819597" cy="231704"/>
            <a:chOff x="3966660" y="2533134"/>
            <a:chExt cx="819597" cy="231704"/>
          </a:xfrm>
        </p:grpSpPr>
        <p:sp>
          <p:nvSpPr>
            <p:cNvPr id="30" name="TextBox 29"/>
            <p:cNvSpPr txBox="1"/>
            <p:nvPr/>
          </p:nvSpPr>
          <p:spPr>
            <a:xfrm>
              <a:off x="3843721" y="2533134"/>
              <a:ext cx="942536" cy="1158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r"/>
              <a:r>
                <a:rPr sz="700" b="1">
                  <a:solidFill>
                    <a:srgbClr val="22403B"/>
                  </a:solidFill>
                  <a:latin typeface="Roboto Slab"/>
                </a:rPr>
                <a:t>Natural Language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3843721" y="2648958"/>
              <a:ext cx="942536" cy="115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r"/>
              <a:r>
                <a:rPr sz="700" b="1">
                  <a:solidFill>
                    <a:srgbClr val="22403B"/>
                  </a:solidFill>
                  <a:latin typeface="Roboto Slab"/>
                </a:rPr>
                <a:t>Processing</a:t>
              </a:r>
            </a:p>
          </p:txBody>
        </p:sp>
      </p:grpSp>
      <p:sp>
        <p:nvSpPr>
          <p:cNvPr id="33" name="TextBox 32"/>
          <p:cNvSpPr txBox="1"/>
          <p:nvPr/>
        </p:nvSpPr>
        <p:spPr>
          <a:xfrm>
            <a:off x="7604575" y="2591065"/>
            <a:ext cx="971027" cy="115843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00" b="1">
                <a:solidFill>
                  <a:srgbClr val="22403B"/>
                </a:solidFill>
                <a:latin typeface="Roboto Slab"/>
              </a:rPr>
              <a:t>Unstructured Data</a:t>
            </a:r>
          </a:p>
        </p:txBody>
      </p:sp>
      <p:grpSp>
        <p:nvGrpSpPr>
          <p:cNvPr id="37" name="Group 36"/>
          <p:cNvGrpSpPr/>
          <p:nvPr/>
        </p:nvGrpSpPr>
        <p:grpSpPr>
          <a:xfrm>
            <a:off x="3968146" y="2842069"/>
            <a:ext cx="818111" cy="347566"/>
            <a:chOff x="3968146" y="2842069"/>
            <a:chExt cx="818111" cy="347566"/>
          </a:xfrm>
        </p:grpSpPr>
        <p:sp>
          <p:nvSpPr>
            <p:cNvPr id="34" name="TextBox 33"/>
            <p:cNvSpPr txBox="1"/>
            <p:nvPr/>
          </p:nvSpPr>
          <p:spPr>
            <a:xfrm>
              <a:off x="3845430" y="2842069"/>
              <a:ext cx="940827" cy="11591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r"/>
              <a:r>
                <a:rPr sz="700" b="1">
                  <a:solidFill>
                    <a:srgbClr val="22403B"/>
                  </a:solidFill>
                  <a:latin typeface="Roboto"/>
                </a:rPr>
                <a:t>Understanding and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3845430" y="2957988"/>
              <a:ext cx="940827" cy="1158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r"/>
              <a:r>
                <a:rPr sz="700" b="1">
                  <a:solidFill>
                    <a:srgbClr val="22403B"/>
                  </a:solidFill>
                  <a:latin typeface="Roboto"/>
                </a:rPr>
                <a:t>generating human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3845430" y="3073812"/>
              <a:ext cx="940827" cy="1158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r"/>
              <a:r>
                <a:rPr sz="700" b="1">
                  <a:solidFill>
                    <a:srgbClr val="22403B"/>
                  </a:solidFill>
                  <a:latin typeface="Roboto"/>
                </a:rPr>
                <a:t>language</a:t>
              </a:r>
            </a:p>
          </p:txBody>
        </p:sp>
      </p:grpSp>
      <p:grpSp>
        <p:nvGrpSpPr>
          <p:cNvPr id="41" name="Group 40"/>
          <p:cNvGrpSpPr/>
          <p:nvPr/>
        </p:nvGrpSpPr>
        <p:grpSpPr>
          <a:xfrm>
            <a:off x="7604575" y="2784138"/>
            <a:ext cx="962691" cy="347566"/>
            <a:chOff x="7604575" y="2784138"/>
            <a:chExt cx="962691" cy="347566"/>
          </a:xfrm>
        </p:grpSpPr>
        <p:sp>
          <p:nvSpPr>
            <p:cNvPr id="38" name="TextBox 37"/>
            <p:cNvSpPr txBox="1"/>
            <p:nvPr/>
          </p:nvSpPr>
          <p:spPr>
            <a:xfrm>
              <a:off x="7604575" y="2784138"/>
              <a:ext cx="1107094" cy="11591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700" b="1">
                  <a:solidFill>
                    <a:srgbClr val="22403B"/>
                  </a:solidFill>
                  <a:latin typeface="Roboto"/>
                </a:rPr>
                <a:t>The type of data deep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7604575" y="2900057"/>
              <a:ext cx="1107094" cy="1158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700" b="1">
                  <a:solidFill>
                    <a:srgbClr val="22403B"/>
                  </a:solidFill>
                  <a:latin typeface="Roboto"/>
                </a:rPr>
                <a:t>learning excels at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7604575" y="3015881"/>
              <a:ext cx="1107094" cy="1158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700" b="1">
                  <a:solidFill>
                    <a:srgbClr val="22403B"/>
                  </a:solidFill>
                  <a:latin typeface="Roboto"/>
                </a:rPr>
                <a:t>processing</a:t>
              </a:r>
            </a:p>
          </p:txBody>
        </p:sp>
      </p:grpSp>
      <p:sp>
        <p:nvSpPr>
          <p:cNvPr id="42" name="TextBox 41"/>
          <p:cNvSpPr txBox="1"/>
          <p:nvPr/>
        </p:nvSpPr>
        <p:spPr>
          <a:xfrm>
            <a:off x="5700231" y="3749511"/>
            <a:ext cx="990371" cy="115843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700" b="1">
                <a:solidFill>
                  <a:srgbClr val="22403B"/>
                </a:solidFill>
                <a:latin typeface="Roboto Slab"/>
              </a:rPr>
              <a:t>Image Recognition</a:t>
            </a:r>
          </a:p>
        </p:txBody>
      </p:sp>
      <p:grpSp>
        <p:nvGrpSpPr>
          <p:cNvPr id="45" name="Group 44"/>
          <p:cNvGrpSpPr/>
          <p:nvPr/>
        </p:nvGrpSpPr>
        <p:grpSpPr>
          <a:xfrm>
            <a:off x="5689287" y="3942583"/>
            <a:ext cx="1012250" cy="231704"/>
            <a:chOff x="5689287" y="3942583"/>
            <a:chExt cx="1012250" cy="231704"/>
          </a:xfrm>
        </p:grpSpPr>
        <p:sp>
          <p:nvSpPr>
            <p:cNvPr id="43" name="TextBox 42"/>
            <p:cNvSpPr txBox="1"/>
            <p:nvPr/>
          </p:nvSpPr>
          <p:spPr>
            <a:xfrm>
              <a:off x="5613369" y="3942583"/>
              <a:ext cx="1164087" cy="1158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700" b="1">
                  <a:solidFill>
                    <a:srgbClr val="22403B"/>
                  </a:solidFill>
                  <a:latin typeface="Roboto"/>
                </a:rPr>
                <a:t>Identifying objects and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5613369" y="4058407"/>
              <a:ext cx="1164087" cy="115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700" b="1">
                  <a:solidFill>
                    <a:srgbClr val="22403B"/>
                  </a:solidFill>
                  <a:latin typeface="Roboto"/>
                </a:rPr>
                <a:t>patterns in images</a:t>
              </a:r>
            </a:p>
          </p:txBody>
        </p:sp>
      </p:grpSp>
      <p:sp>
        <p:nvSpPr>
          <p:cNvPr id="46" name="Rounded Rectangle 45"/>
          <p:cNvSpPr/>
          <p:nvPr/>
        </p:nvSpPr>
        <p:spPr>
          <a:xfrm>
            <a:off x="7886700" y="4829136"/>
            <a:ext cx="1025290" cy="114677"/>
          </a:xfrm>
          <a:custGeom>
            <a:avLst/>
            <a:gdLst/>
            <a:ahLst/>
            <a:cxnLst/>
            <a:rect l="0" t="0" r="0" b="0"/>
            <a:pathLst>
              <a:path w="1025290" h="114677">
                <a:moveTo>
                  <a:pt x="583720" y="112024"/>
                </a:moveTo>
                <a:cubicBezTo>
                  <a:pt x="584031" y="113167"/>
                  <a:pt x="584928" y="114062"/>
                  <a:pt x="586072" y="114370"/>
                </a:cubicBezTo>
                <a:cubicBezTo>
                  <a:pt x="587216" y="114677"/>
                  <a:pt x="588441" y="114353"/>
                  <a:pt x="589283" y="113519"/>
                </a:cubicBezTo>
                <a:lnTo>
                  <a:pt x="638841" y="64551"/>
                </a:lnTo>
                <a:lnTo>
                  <a:pt x="579948" y="98108"/>
                </a:lnTo>
                <a:close/>
                <a:moveTo>
                  <a:pt x="562613" y="581"/>
                </a:moveTo>
                <a:cubicBezTo>
                  <a:pt x="561581" y="0"/>
                  <a:pt x="560315" y="9"/>
                  <a:pt x="559293" y="606"/>
                </a:cubicBezTo>
                <a:cubicBezTo>
                  <a:pt x="558270" y="1204"/>
                  <a:pt x="557640" y="2302"/>
                  <a:pt x="557641" y="3486"/>
                </a:cubicBezTo>
                <a:lnTo>
                  <a:pt x="557641" y="33119"/>
                </a:lnTo>
                <a:lnTo>
                  <a:pt x="588845" y="15326"/>
                </a:lnTo>
                <a:close/>
                <a:moveTo>
                  <a:pt x="598122" y="20631"/>
                </a:moveTo>
                <a:lnTo>
                  <a:pt x="557641" y="43692"/>
                </a:lnTo>
                <a:lnTo>
                  <a:pt x="557641" y="66980"/>
                </a:lnTo>
                <a:lnTo>
                  <a:pt x="618515" y="32271"/>
                </a:lnTo>
                <a:close/>
                <a:moveTo>
                  <a:pt x="642966" y="52093"/>
                </a:moveTo>
                <a:cubicBezTo>
                  <a:pt x="644009" y="51501"/>
                  <a:pt x="644656" y="50391"/>
                  <a:pt x="644656" y="49192"/>
                </a:cubicBezTo>
                <a:cubicBezTo>
                  <a:pt x="644656" y="47993"/>
                  <a:pt x="644009" y="46883"/>
                  <a:pt x="642966" y="46292"/>
                </a:cubicBezTo>
                <a:lnTo>
                  <a:pt x="627802" y="37719"/>
                </a:lnTo>
                <a:lnTo>
                  <a:pt x="557650" y="77715"/>
                </a:lnTo>
                <a:lnTo>
                  <a:pt x="557650" y="94688"/>
                </a:lnTo>
                <a:cubicBezTo>
                  <a:pt x="557648" y="95875"/>
                  <a:pt x="558279" y="96977"/>
                  <a:pt x="559304" y="97575"/>
                </a:cubicBezTo>
                <a:cubicBezTo>
                  <a:pt x="560330" y="98173"/>
                  <a:pt x="561600" y="98180"/>
                  <a:pt x="562632" y="97593"/>
                </a:cubicBezTo>
                <a:lnTo>
                  <a:pt x="642975" y="52093"/>
                </a:lnTo>
                <a:close/>
                <a:moveTo>
                  <a:pt x="386162" y="14450"/>
                </a:moveTo>
                <a:cubicBezTo>
                  <a:pt x="386162" y="10325"/>
                  <a:pt x="389543" y="6992"/>
                  <a:pt x="393706" y="6992"/>
                </a:cubicBezTo>
                <a:cubicBezTo>
                  <a:pt x="397868" y="6992"/>
                  <a:pt x="401250" y="10325"/>
                  <a:pt x="401250" y="14450"/>
                </a:cubicBezTo>
                <a:cubicBezTo>
                  <a:pt x="401250" y="18574"/>
                  <a:pt x="397868" y="21908"/>
                  <a:pt x="393706" y="21908"/>
                </a:cubicBezTo>
                <a:cubicBezTo>
                  <a:pt x="389543" y="21908"/>
                  <a:pt x="386162" y="18574"/>
                  <a:pt x="386162" y="14450"/>
                </a:cubicBezTo>
                <a:close/>
                <a:moveTo>
                  <a:pt x="949766" y="14450"/>
                </a:moveTo>
                <a:cubicBezTo>
                  <a:pt x="949766" y="10325"/>
                  <a:pt x="953147" y="6992"/>
                  <a:pt x="957310" y="6992"/>
                </a:cubicBezTo>
                <a:cubicBezTo>
                  <a:pt x="961472" y="6992"/>
                  <a:pt x="964853" y="10325"/>
                  <a:pt x="964853" y="14450"/>
                </a:cubicBezTo>
                <a:cubicBezTo>
                  <a:pt x="964853" y="18574"/>
                  <a:pt x="961472" y="21908"/>
                  <a:pt x="957310" y="21908"/>
                </a:cubicBezTo>
                <a:cubicBezTo>
                  <a:pt x="953147" y="21908"/>
                  <a:pt x="949766" y="18574"/>
                  <a:pt x="949766" y="14450"/>
                </a:cubicBezTo>
                <a:close/>
                <a:moveTo>
                  <a:pt x="131083" y="87183"/>
                </a:moveTo>
                <a:lnTo>
                  <a:pt x="118986" y="87183"/>
                </a:lnTo>
                <a:lnTo>
                  <a:pt x="118986" y="82544"/>
                </a:lnTo>
                <a:cubicBezTo>
                  <a:pt x="116357" y="84459"/>
                  <a:pt x="110756" y="88345"/>
                  <a:pt x="101069" y="88345"/>
                </a:cubicBezTo>
                <a:cubicBezTo>
                  <a:pt x="89620" y="88345"/>
                  <a:pt x="79409" y="80782"/>
                  <a:pt x="80714" y="68552"/>
                </a:cubicBezTo>
                <a:cubicBezTo>
                  <a:pt x="81838" y="58017"/>
                  <a:pt x="91697" y="53464"/>
                  <a:pt x="98317" y="52102"/>
                </a:cubicBezTo>
                <a:lnTo>
                  <a:pt x="118986" y="48816"/>
                </a:lnTo>
                <a:cubicBezTo>
                  <a:pt x="118986" y="43682"/>
                  <a:pt x="116224" y="39710"/>
                  <a:pt x="108851" y="39234"/>
                </a:cubicBezTo>
                <a:cubicBezTo>
                  <a:pt x="101479" y="38758"/>
                  <a:pt x="97326" y="42139"/>
                  <a:pt x="93887" y="48921"/>
                </a:cubicBezTo>
                <a:lnTo>
                  <a:pt x="83181" y="43158"/>
                </a:lnTo>
                <a:cubicBezTo>
                  <a:pt x="94783" y="18098"/>
                  <a:pt x="131083" y="26356"/>
                  <a:pt x="131083" y="47101"/>
                </a:cubicBezTo>
                <a:lnTo>
                  <a:pt x="131083" y="87173"/>
                </a:lnTo>
                <a:close/>
                <a:moveTo>
                  <a:pt x="118986" y="59941"/>
                </a:moveTo>
                <a:lnTo>
                  <a:pt x="101688" y="62770"/>
                </a:lnTo>
                <a:cubicBezTo>
                  <a:pt x="97450" y="63789"/>
                  <a:pt x="92592" y="66037"/>
                  <a:pt x="93059" y="71324"/>
                </a:cubicBezTo>
                <a:cubicBezTo>
                  <a:pt x="93649" y="77934"/>
                  <a:pt x="105594" y="78610"/>
                  <a:pt x="111185" y="75086"/>
                </a:cubicBezTo>
                <a:cubicBezTo>
                  <a:pt x="118395" y="70533"/>
                  <a:pt x="119043" y="63713"/>
                  <a:pt x="118986" y="59941"/>
                </a:cubicBezTo>
                <a:close/>
                <a:moveTo>
                  <a:pt x="811091" y="87183"/>
                </a:moveTo>
                <a:lnTo>
                  <a:pt x="798995" y="87183"/>
                </a:lnTo>
                <a:lnTo>
                  <a:pt x="798995" y="82544"/>
                </a:lnTo>
                <a:cubicBezTo>
                  <a:pt x="796366" y="84459"/>
                  <a:pt x="790765" y="88345"/>
                  <a:pt x="781078" y="88345"/>
                </a:cubicBezTo>
                <a:cubicBezTo>
                  <a:pt x="769629" y="88345"/>
                  <a:pt x="759418" y="80782"/>
                  <a:pt x="760723" y="68552"/>
                </a:cubicBezTo>
                <a:cubicBezTo>
                  <a:pt x="761847" y="58017"/>
                  <a:pt x="771705" y="53464"/>
                  <a:pt x="778325" y="52102"/>
                </a:cubicBezTo>
                <a:lnTo>
                  <a:pt x="798995" y="48816"/>
                </a:lnTo>
                <a:cubicBezTo>
                  <a:pt x="798995" y="43682"/>
                  <a:pt x="796232" y="39710"/>
                  <a:pt x="788860" y="39234"/>
                </a:cubicBezTo>
                <a:cubicBezTo>
                  <a:pt x="781488" y="38758"/>
                  <a:pt x="777335" y="42139"/>
                  <a:pt x="773896" y="48921"/>
                </a:cubicBezTo>
                <a:lnTo>
                  <a:pt x="763190" y="43158"/>
                </a:lnTo>
                <a:cubicBezTo>
                  <a:pt x="774792" y="18098"/>
                  <a:pt x="811091" y="26356"/>
                  <a:pt x="811091" y="47101"/>
                </a:cubicBezTo>
                <a:lnTo>
                  <a:pt x="811091" y="87173"/>
                </a:lnTo>
                <a:close/>
                <a:moveTo>
                  <a:pt x="798995" y="59941"/>
                </a:moveTo>
                <a:lnTo>
                  <a:pt x="798985" y="59941"/>
                </a:lnTo>
                <a:lnTo>
                  <a:pt x="781688" y="62770"/>
                </a:lnTo>
                <a:cubicBezTo>
                  <a:pt x="777449" y="63789"/>
                  <a:pt x="772591" y="66037"/>
                  <a:pt x="773058" y="71324"/>
                </a:cubicBezTo>
                <a:cubicBezTo>
                  <a:pt x="773649" y="77934"/>
                  <a:pt x="785593" y="78610"/>
                  <a:pt x="791184" y="75086"/>
                </a:cubicBezTo>
                <a:cubicBezTo>
                  <a:pt x="798404" y="70533"/>
                  <a:pt x="799052" y="63713"/>
                  <a:pt x="798995" y="59941"/>
                </a:cubicBezTo>
                <a:close/>
                <a:moveTo>
                  <a:pt x="905789" y="87183"/>
                </a:moveTo>
                <a:lnTo>
                  <a:pt x="893921" y="87183"/>
                </a:lnTo>
                <a:lnTo>
                  <a:pt x="893921" y="6696"/>
                </a:lnTo>
                <a:lnTo>
                  <a:pt x="905789" y="6696"/>
                </a:lnTo>
                <a:lnTo>
                  <a:pt x="905789" y="53321"/>
                </a:lnTo>
                <a:lnTo>
                  <a:pt x="931316" y="28947"/>
                </a:lnTo>
                <a:lnTo>
                  <a:pt x="947870" y="28947"/>
                </a:lnTo>
                <a:lnTo>
                  <a:pt x="922791" y="53093"/>
                </a:lnTo>
                <a:lnTo>
                  <a:pt x="948651" y="87173"/>
                </a:lnTo>
                <a:lnTo>
                  <a:pt x="933830" y="87173"/>
                </a:lnTo>
                <a:lnTo>
                  <a:pt x="914047" y="61389"/>
                </a:lnTo>
                <a:lnTo>
                  <a:pt x="905789" y="69428"/>
                </a:lnTo>
                <a:lnTo>
                  <a:pt x="905789" y="87173"/>
                </a:lnTo>
                <a:close/>
                <a:moveTo>
                  <a:pt x="963444" y="28947"/>
                </a:moveTo>
                <a:lnTo>
                  <a:pt x="951490" y="28947"/>
                </a:lnTo>
                <a:lnTo>
                  <a:pt x="951490" y="87173"/>
                </a:lnTo>
                <a:lnTo>
                  <a:pt x="963444" y="87173"/>
                </a:lnTo>
                <a:close/>
                <a:moveTo>
                  <a:pt x="399564" y="28947"/>
                </a:moveTo>
                <a:lnTo>
                  <a:pt x="387610" y="28947"/>
                </a:lnTo>
                <a:lnTo>
                  <a:pt x="387610" y="87173"/>
                </a:lnTo>
                <a:lnTo>
                  <a:pt x="399564" y="87173"/>
                </a:lnTo>
                <a:close/>
                <a:moveTo>
                  <a:pt x="452751" y="87173"/>
                </a:moveTo>
                <a:lnTo>
                  <a:pt x="452751" y="6677"/>
                </a:lnTo>
                <a:lnTo>
                  <a:pt x="464705" y="6677"/>
                </a:lnTo>
                <a:lnTo>
                  <a:pt x="464705" y="32347"/>
                </a:lnTo>
                <a:cubicBezTo>
                  <a:pt x="468144" y="29052"/>
                  <a:pt x="474230" y="27728"/>
                  <a:pt x="478707" y="27728"/>
                </a:cubicBezTo>
                <a:cubicBezTo>
                  <a:pt x="492537" y="27728"/>
                  <a:pt x="502300" y="38034"/>
                  <a:pt x="502110" y="51045"/>
                </a:cubicBezTo>
                <a:lnTo>
                  <a:pt x="502110" y="87164"/>
                </a:lnTo>
                <a:lnTo>
                  <a:pt x="490013" y="87164"/>
                </a:lnTo>
                <a:lnTo>
                  <a:pt x="490013" y="52112"/>
                </a:lnTo>
                <a:cubicBezTo>
                  <a:pt x="490013" y="48225"/>
                  <a:pt x="487975" y="39358"/>
                  <a:pt x="477488" y="39358"/>
                </a:cubicBezTo>
                <a:cubicBezTo>
                  <a:pt x="468268" y="39358"/>
                  <a:pt x="464705" y="46559"/>
                  <a:pt x="464705" y="52112"/>
                </a:cubicBezTo>
                <a:lnTo>
                  <a:pt x="464705" y="87173"/>
                </a:lnTo>
                <a:close/>
                <a:moveTo>
                  <a:pt x="407412" y="40558"/>
                </a:moveTo>
                <a:lnTo>
                  <a:pt x="407412" y="28985"/>
                </a:lnTo>
                <a:lnTo>
                  <a:pt x="413327" y="28985"/>
                </a:lnTo>
                <a:cubicBezTo>
                  <a:pt x="414464" y="28985"/>
                  <a:pt x="415555" y="28533"/>
                  <a:pt x="416358" y="27729"/>
                </a:cubicBezTo>
                <a:cubicBezTo>
                  <a:pt x="417162" y="26926"/>
                  <a:pt x="417614" y="25835"/>
                  <a:pt x="417614" y="24699"/>
                </a:cubicBezTo>
                <a:lnTo>
                  <a:pt x="417614" y="16555"/>
                </a:lnTo>
                <a:lnTo>
                  <a:pt x="429529" y="16555"/>
                </a:lnTo>
                <a:lnTo>
                  <a:pt x="429529" y="28985"/>
                </a:lnTo>
                <a:lnTo>
                  <a:pt x="441998" y="28985"/>
                </a:lnTo>
                <a:lnTo>
                  <a:pt x="441998" y="40558"/>
                </a:lnTo>
                <a:lnTo>
                  <a:pt x="429529" y="40558"/>
                </a:lnTo>
                <a:lnTo>
                  <a:pt x="429529" y="70171"/>
                </a:lnTo>
                <a:cubicBezTo>
                  <a:pt x="429529" y="72962"/>
                  <a:pt x="430530" y="76496"/>
                  <a:pt x="435702" y="76496"/>
                </a:cubicBezTo>
                <a:cubicBezTo>
                  <a:pt x="439178" y="76496"/>
                  <a:pt x="440759" y="76162"/>
                  <a:pt x="442712" y="75829"/>
                </a:cubicBezTo>
                <a:lnTo>
                  <a:pt x="442712" y="86659"/>
                </a:lnTo>
                <a:cubicBezTo>
                  <a:pt x="442712" y="86659"/>
                  <a:pt x="439273" y="87735"/>
                  <a:pt x="434549" y="87735"/>
                </a:cubicBezTo>
                <a:cubicBezTo>
                  <a:pt x="421233" y="87735"/>
                  <a:pt x="417623" y="77724"/>
                  <a:pt x="417623" y="70704"/>
                </a:cubicBezTo>
                <a:lnTo>
                  <a:pt x="417623" y="40558"/>
                </a:lnTo>
                <a:lnTo>
                  <a:pt x="407422" y="40558"/>
                </a:lnTo>
                <a:close/>
                <a:moveTo>
                  <a:pt x="309829" y="28985"/>
                </a:moveTo>
                <a:lnTo>
                  <a:pt x="296551" y="28985"/>
                </a:lnTo>
                <a:lnTo>
                  <a:pt x="317420" y="87145"/>
                </a:lnTo>
                <a:lnTo>
                  <a:pt x="328136" y="87145"/>
                </a:lnTo>
                <a:lnTo>
                  <a:pt x="339890" y="49826"/>
                </a:lnTo>
                <a:lnTo>
                  <a:pt x="351682" y="87145"/>
                </a:lnTo>
                <a:lnTo>
                  <a:pt x="362435" y="87145"/>
                </a:lnTo>
                <a:lnTo>
                  <a:pt x="383276" y="28985"/>
                </a:lnTo>
                <a:lnTo>
                  <a:pt x="370103" y="28985"/>
                </a:lnTo>
                <a:lnTo>
                  <a:pt x="357158" y="66418"/>
                </a:lnTo>
                <a:lnTo>
                  <a:pt x="345195" y="28985"/>
                </a:lnTo>
                <a:lnTo>
                  <a:pt x="334489" y="28985"/>
                </a:lnTo>
                <a:lnTo>
                  <a:pt x="322659" y="66675"/>
                </a:lnTo>
                <a:lnTo>
                  <a:pt x="309819" y="28985"/>
                </a:lnTo>
                <a:close/>
                <a:moveTo>
                  <a:pt x="211569" y="58531"/>
                </a:moveTo>
                <a:cubicBezTo>
                  <a:pt x="211378" y="73448"/>
                  <a:pt x="222875" y="88335"/>
                  <a:pt x="242268" y="88335"/>
                </a:cubicBezTo>
                <a:cubicBezTo>
                  <a:pt x="257184" y="88335"/>
                  <a:pt x="264966" y="79591"/>
                  <a:pt x="268309" y="71962"/>
                </a:cubicBezTo>
                <a:lnTo>
                  <a:pt x="258813" y="66713"/>
                </a:lnTo>
                <a:cubicBezTo>
                  <a:pt x="255812" y="70514"/>
                  <a:pt x="251183" y="77134"/>
                  <a:pt x="242258" y="77134"/>
                </a:cubicBezTo>
                <a:cubicBezTo>
                  <a:pt x="231352" y="77134"/>
                  <a:pt x="224875" y="69695"/>
                  <a:pt x="224247" y="62656"/>
                </a:cubicBezTo>
                <a:lnTo>
                  <a:pt x="268300" y="62656"/>
                </a:lnTo>
                <a:cubicBezTo>
                  <a:pt x="269005" y="59951"/>
                  <a:pt x="269709" y="53178"/>
                  <a:pt x="268014" y="47806"/>
                </a:cubicBezTo>
                <a:cubicBezTo>
                  <a:pt x="264814" y="37672"/>
                  <a:pt x="256384" y="27785"/>
                  <a:pt x="240972" y="27785"/>
                </a:cubicBezTo>
                <a:cubicBezTo>
                  <a:pt x="225561" y="27785"/>
                  <a:pt x="211559" y="38758"/>
                  <a:pt x="211559" y="58522"/>
                </a:cubicBezTo>
                <a:close/>
                <a:moveTo>
                  <a:pt x="224551" y="51388"/>
                </a:moveTo>
                <a:cubicBezTo>
                  <a:pt x="226630" y="44067"/>
                  <a:pt x="233371" y="38983"/>
                  <a:pt x="240982" y="38996"/>
                </a:cubicBezTo>
                <a:cubicBezTo>
                  <a:pt x="251050" y="38996"/>
                  <a:pt x="255917" y="47292"/>
                  <a:pt x="256441" y="51388"/>
                </a:cubicBezTo>
                <a:close/>
                <a:moveTo>
                  <a:pt x="141131" y="58531"/>
                </a:moveTo>
                <a:cubicBezTo>
                  <a:pt x="141493" y="75276"/>
                  <a:pt x="153295" y="88373"/>
                  <a:pt x="171088" y="88373"/>
                </a:cubicBezTo>
                <a:cubicBezTo>
                  <a:pt x="181317" y="88373"/>
                  <a:pt x="187499" y="83830"/>
                  <a:pt x="189766" y="81972"/>
                </a:cubicBezTo>
                <a:lnTo>
                  <a:pt x="189766" y="87183"/>
                </a:lnTo>
                <a:lnTo>
                  <a:pt x="201596" y="87183"/>
                </a:lnTo>
                <a:lnTo>
                  <a:pt x="201596" y="6735"/>
                </a:lnTo>
                <a:lnTo>
                  <a:pt x="189614" y="6735"/>
                </a:lnTo>
                <a:lnTo>
                  <a:pt x="189614" y="34243"/>
                </a:lnTo>
                <a:cubicBezTo>
                  <a:pt x="185670" y="30814"/>
                  <a:pt x="179498" y="27766"/>
                  <a:pt x="171230" y="27766"/>
                </a:cubicBezTo>
                <a:cubicBezTo>
                  <a:pt x="153038" y="27766"/>
                  <a:pt x="140769" y="41796"/>
                  <a:pt x="141131" y="58531"/>
                </a:cubicBezTo>
                <a:close/>
                <a:moveTo>
                  <a:pt x="153600" y="57769"/>
                </a:moveTo>
                <a:lnTo>
                  <a:pt x="153590" y="57769"/>
                </a:lnTo>
                <a:cubicBezTo>
                  <a:pt x="153590" y="47121"/>
                  <a:pt x="161629" y="39520"/>
                  <a:pt x="170783" y="39520"/>
                </a:cubicBezTo>
                <a:cubicBezTo>
                  <a:pt x="179936" y="39520"/>
                  <a:pt x="189566" y="45416"/>
                  <a:pt x="189566" y="58474"/>
                </a:cubicBezTo>
                <a:cubicBezTo>
                  <a:pt x="189631" y="63362"/>
                  <a:pt x="187692" y="68069"/>
                  <a:pt x="184204" y="71492"/>
                </a:cubicBezTo>
                <a:cubicBezTo>
                  <a:pt x="180715" y="74916"/>
                  <a:pt x="175973" y="76766"/>
                  <a:pt x="171088" y="76610"/>
                </a:cubicBezTo>
                <a:cubicBezTo>
                  <a:pt x="160486" y="76610"/>
                  <a:pt x="153600" y="68428"/>
                  <a:pt x="153600" y="57769"/>
                </a:cubicBezTo>
                <a:close/>
                <a:moveTo>
                  <a:pt x="884005" y="57503"/>
                </a:moveTo>
                <a:cubicBezTo>
                  <a:pt x="883643" y="40758"/>
                  <a:pt x="871842" y="27661"/>
                  <a:pt x="854049" y="27661"/>
                </a:cubicBezTo>
                <a:cubicBezTo>
                  <a:pt x="843819" y="27661"/>
                  <a:pt x="837638" y="32204"/>
                  <a:pt x="835371" y="34062"/>
                </a:cubicBezTo>
                <a:lnTo>
                  <a:pt x="835371" y="28852"/>
                </a:lnTo>
                <a:lnTo>
                  <a:pt x="823541" y="28852"/>
                </a:lnTo>
                <a:lnTo>
                  <a:pt x="823541" y="107147"/>
                </a:lnTo>
                <a:lnTo>
                  <a:pt x="835523" y="107147"/>
                </a:lnTo>
                <a:lnTo>
                  <a:pt x="835523" y="81792"/>
                </a:lnTo>
                <a:cubicBezTo>
                  <a:pt x="839466" y="85221"/>
                  <a:pt x="845648" y="88269"/>
                  <a:pt x="853906" y="88269"/>
                </a:cubicBezTo>
                <a:cubicBezTo>
                  <a:pt x="872099" y="88269"/>
                  <a:pt x="884367" y="74238"/>
                  <a:pt x="884005" y="57503"/>
                </a:cubicBezTo>
                <a:close/>
                <a:moveTo>
                  <a:pt x="871537" y="58265"/>
                </a:moveTo>
                <a:cubicBezTo>
                  <a:pt x="871537" y="68914"/>
                  <a:pt x="863507" y="76515"/>
                  <a:pt x="854354" y="76515"/>
                </a:cubicBezTo>
                <a:cubicBezTo>
                  <a:pt x="845200" y="76515"/>
                  <a:pt x="835571" y="70619"/>
                  <a:pt x="835571" y="57560"/>
                </a:cubicBezTo>
                <a:cubicBezTo>
                  <a:pt x="835506" y="52673"/>
                  <a:pt x="837445" y="47966"/>
                  <a:pt x="840933" y="44542"/>
                </a:cubicBezTo>
                <a:cubicBezTo>
                  <a:pt x="844421" y="41118"/>
                  <a:pt x="849164" y="39268"/>
                  <a:pt x="854049" y="39424"/>
                </a:cubicBezTo>
                <a:cubicBezTo>
                  <a:pt x="864650" y="39424"/>
                  <a:pt x="871537" y="47606"/>
                  <a:pt x="871537" y="58265"/>
                </a:cubicBezTo>
                <a:close/>
                <a:moveTo>
                  <a:pt x="975750" y="87411"/>
                </a:moveTo>
                <a:lnTo>
                  <a:pt x="975750" y="28956"/>
                </a:lnTo>
                <a:lnTo>
                  <a:pt x="987694" y="28956"/>
                </a:lnTo>
                <a:lnTo>
                  <a:pt x="987694" y="32595"/>
                </a:lnTo>
                <a:cubicBezTo>
                  <a:pt x="991133" y="29299"/>
                  <a:pt x="997219" y="27975"/>
                  <a:pt x="1001696" y="27975"/>
                </a:cubicBezTo>
                <a:cubicBezTo>
                  <a:pt x="1015526" y="27975"/>
                  <a:pt x="1025290" y="38281"/>
                  <a:pt x="1025099" y="51292"/>
                </a:cubicBezTo>
                <a:lnTo>
                  <a:pt x="1025099" y="87411"/>
                </a:lnTo>
                <a:lnTo>
                  <a:pt x="1013002" y="87411"/>
                </a:lnTo>
                <a:lnTo>
                  <a:pt x="1013002" y="52350"/>
                </a:lnTo>
                <a:cubicBezTo>
                  <a:pt x="1013002" y="48464"/>
                  <a:pt x="1010964" y="39596"/>
                  <a:pt x="1000477" y="39596"/>
                </a:cubicBezTo>
                <a:cubicBezTo>
                  <a:pt x="991247" y="39596"/>
                  <a:pt x="987694" y="46797"/>
                  <a:pt x="987694" y="52350"/>
                </a:cubicBezTo>
                <a:lnTo>
                  <a:pt x="987694" y="87411"/>
                </a:lnTo>
                <a:close/>
                <a:moveTo>
                  <a:pt x="686352" y="87211"/>
                </a:moveTo>
                <a:lnTo>
                  <a:pt x="686352" y="7887"/>
                </a:lnTo>
                <a:lnTo>
                  <a:pt x="696677" y="7887"/>
                </a:lnTo>
                <a:lnTo>
                  <a:pt x="736825" y="62913"/>
                </a:lnTo>
                <a:lnTo>
                  <a:pt x="736825" y="7887"/>
                </a:lnTo>
                <a:lnTo>
                  <a:pt x="749398" y="7887"/>
                </a:lnTo>
                <a:lnTo>
                  <a:pt x="749398" y="87211"/>
                </a:lnTo>
                <a:lnTo>
                  <a:pt x="738978" y="87211"/>
                </a:lnTo>
                <a:lnTo>
                  <a:pt x="698906" y="32004"/>
                </a:lnTo>
                <a:lnTo>
                  <a:pt x="698906" y="87211"/>
                </a:lnTo>
                <a:lnTo>
                  <a:pt x="686342" y="87211"/>
                </a:lnTo>
                <a:close/>
                <a:moveTo>
                  <a:pt x="11811" y="87183"/>
                </a:moveTo>
                <a:lnTo>
                  <a:pt x="0" y="87183"/>
                </a:lnTo>
                <a:lnTo>
                  <a:pt x="0" y="13154"/>
                </a:lnTo>
                <a:lnTo>
                  <a:pt x="9658" y="13154"/>
                </a:lnTo>
                <a:lnTo>
                  <a:pt x="35032" y="47416"/>
                </a:lnTo>
                <a:lnTo>
                  <a:pt x="60312" y="13202"/>
                </a:lnTo>
                <a:lnTo>
                  <a:pt x="70123" y="13202"/>
                </a:lnTo>
                <a:lnTo>
                  <a:pt x="70123" y="87173"/>
                </a:lnTo>
                <a:lnTo>
                  <a:pt x="58159" y="87173"/>
                </a:lnTo>
                <a:lnTo>
                  <a:pt x="58159" y="35871"/>
                </a:lnTo>
                <a:lnTo>
                  <a:pt x="35032" y="67361"/>
                </a:lnTo>
                <a:lnTo>
                  <a:pt x="11811" y="35681"/>
                </a:lnTo>
                <a:close/>
              </a:path>
            </a:pathLst>
          </a:custGeom>
          <a:solidFill>
            <a:srgbClr val="5E8D76">
              <a:alpha val="53333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589619" y="2545295"/>
            <a:ext cx="1545850" cy="1650968"/>
          </a:xfrm>
          <a:custGeom>
            <a:avLst/>
            <a:gdLst/>
            <a:ahLst/>
            <a:cxnLst/>
            <a:rect l="0" t="0" r="0" b="0"/>
            <a:pathLst>
              <a:path w="1545850" h="1650968">
                <a:moveTo>
                  <a:pt x="1185310" y="1650968"/>
                </a:moveTo>
                <a:cubicBezTo>
                  <a:pt x="1199616" y="1390088"/>
                  <a:pt x="1339738" y="1162354"/>
                  <a:pt x="1545850" y="1027176"/>
                </a:cubicBezTo>
                <a:lnTo>
                  <a:pt x="952842" y="0"/>
                </a:lnTo>
                <a:cubicBezTo>
                  <a:pt x="392972" y="340775"/>
                  <a:pt x="15240" y="951195"/>
                  <a:pt x="0" y="1650968"/>
                </a:cubicBezTo>
                <a:lnTo>
                  <a:pt x="1185310" y="1650968"/>
                </a:ln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589619" y="2545295"/>
            <a:ext cx="1545854" cy="1650971"/>
          </a:xfrm>
          <a:custGeom>
            <a:avLst/>
            <a:gdLst/>
            <a:ahLst/>
            <a:cxnLst/>
            <a:rect l="0" t="0" r="0" b="0"/>
            <a:pathLst>
              <a:path w="1545854" h="1650971">
                <a:moveTo>
                  <a:pt x="1185309" y="1650971"/>
                </a:moveTo>
                <a:cubicBezTo>
                  <a:pt x="1199620" y="1390085"/>
                  <a:pt x="1339741" y="1162351"/>
                  <a:pt x="1545854" y="1027172"/>
                </a:cubicBezTo>
                <a:lnTo>
                  <a:pt x="952839" y="0"/>
                </a:lnTo>
                <a:cubicBezTo>
                  <a:pt x="392975" y="340777"/>
                  <a:pt x="15237" y="951192"/>
                  <a:pt x="0" y="1650971"/>
                </a:cubicBezTo>
                <a:lnTo>
                  <a:pt x="1185309" y="1650971"/>
                </a:lnTo>
                <a:close/>
              </a:path>
            </a:pathLst>
          </a:custGeom>
          <a:noFill/>
          <a:ln w="7722">
            <a:solidFill>
              <a:srgbClr val="F3F7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18943" y="2257425"/>
            <a:ext cx="1906295" cy="1270863"/>
          </a:xfrm>
          <a:custGeom>
            <a:avLst/>
            <a:gdLst/>
            <a:ahLst/>
            <a:cxnLst/>
            <a:rect l="0" t="0" r="0" b="0"/>
            <a:pathLst>
              <a:path w="1906295" h="1270863">
                <a:moveTo>
                  <a:pt x="592807" y="1270863"/>
                </a:moveTo>
                <a:cubicBezTo>
                  <a:pt x="701116" y="1215885"/>
                  <a:pt x="823426" y="1184586"/>
                  <a:pt x="953042" y="1184586"/>
                </a:cubicBezTo>
                <a:cubicBezTo>
                  <a:pt x="1082668" y="1184586"/>
                  <a:pt x="1204969" y="1215780"/>
                  <a:pt x="1313278" y="1270863"/>
                </a:cubicBezTo>
                <a:lnTo>
                  <a:pt x="1906295" y="243792"/>
                </a:lnTo>
                <a:cubicBezTo>
                  <a:pt x="1623479" y="88439"/>
                  <a:pt x="1298562" y="0"/>
                  <a:pt x="953147" y="0"/>
                </a:cubicBezTo>
                <a:cubicBezTo>
                  <a:pt x="607733" y="0"/>
                  <a:pt x="282816" y="88439"/>
                  <a:pt x="0" y="243792"/>
                </a:cubicBezTo>
                <a:lnTo>
                  <a:pt x="593016" y="1270863"/>
                </a:ln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18943" y="2257425"/>
            <a:ext cx="1906297" cy="1270864"/>
          </a:xfrm>
          <a:custGeom>
            <a:avLst/>
            <a:gdLst/>
            <a:ahLst/>
            <a:cxnLst/>
            <a:rect l="0" t="0" r="0" b="0"/>
            <a:pathLst>
              <a:path w="1906297" h="1270864">
                <a:moveTo>
                  <a:pt x="592809" y="1270864"/>
                </a:moveTo>
                <a:cubicBezTo>
                  <a:pt x="701117" y="1215887"/>
                  <a:pt x="823426" y="1184589"/>
                  <a:pt x="953045" y="1184589"/>
                </a:cubicBezTo>
                <a:cubicBezTo>
                  <a:pt x="1082664" y="1184589"/>
                  <a:pt x="1204974" y="1215784"/>
                  <a:pt x="1313281" y="1270864"/>
                </a:cubicBezTo>
                <a:lnTo>
                  <a:pt x="1906297" y="243795"/>
                </a:lnTo>
                <a:cubicBezTo>
                  <a:pt x="1623482" y="88437"/>
                  <a:pt x="1298559" y="0"/>
                  <a:pt x="953148" y="0"/>
                </a:cubicBezTo>
                <a:cubicBezTo>
                  <a:pt x="607737" y="0"/>
                  <a:pt x="282814" y="88437"/>
                  <a:pt x="0" y="243795"/>
                </a:cubicBezTo>
                <a:lnTo>
                  <a:pt x="593015" y="1270864"/>
                </a:lnTo>
                <a:lnTo>
                  <a:pt x="592809" y="1270864"/>
                </a:lnTo>
                <a:close/>
              </a:path>
            </a:pathLst>
          </a:custGeom>
          <a:noFill/>
          <a:ln w="7722">
            <a:solidFill>
              <a:srgbClr val="F3F7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08525" y="2545295"/>
            <a:ext cx="1545850" cy="1650968"/>
          </a:xfrm>
          <a:custGeom>
            <a:avLst/>
            <a:gdLst/>
            <a:ahLst/>
            <a:cxnLst/>
            <a:rect l="0" t="0" r="0" b="0"/>
            <a:pathLst>
              <a:path w="1545850" h="1650968">
                <a:moveTo>
                  <a:pt x="0" y="1027176"/>
                </a:moveTo>
                <a:cubicBezTo>
                  <a:pt x="206111" y="1162354"/>
                  <a:pt x="346233" y="1390088"/>
                  <a:pt x="360549" y="1650968"/>
                </a:cubicBezTo>
                <a:lnTo>
                  <a:pt x="1545850" y="1650968"/>
                </a:lnTo>
                <a:cubicBezTo>
                  <a:pt x="1530619" y="951195"/>
                  <a:pt x="1152877" y="340775"/>
                  <a:pt x="593016" y="0"/>
                </a:cubicBezTo>
                <a:lnTo>
                  <a:pt x="0" y="1027176"/>
                </a:ln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08525" y="2545295"/>
            <a:ext cx="1545854" cy="1650971"/>
          </a:xfrm>
          <a:custGeom>
            <a:avLst/>
            <a:gdLst/>
            <a:ahLst/>
            <a:cxnLst/>
            <a:rect l="0" t="0" r="0" b="0"/>
            <a:pathLst>
              <a:path w="1545854" h="1650971">
                <a:moveTo>
                  <a:pt x="0" y="1027172"/>
                </a:moveTo>
                <a:cubicBezTo>
                  <a:pt x="206113" y="1162351"/>
                  <a:pt x="346234" y="1390085"/>
                  <a:pt x="360545" y="1650971"/>
                </a:cubicBezTo>
                <a:lnTo>
                  <a:pt x="1545854" y="1650971"/>
                </a:lnTo>
                <a:cubicBezTo>
                  <a:pt x="1530617" y="951192"/>
                  <a:pt x="1152879" y="340777"/>
                  <a:pt x="593015" y="0"/>
                </a:cubicBezTo>
                <a:lnTo>
                  <a:pt x="0" y="1027172"/>
                </a:lnTo>
                <a:close/>
              </a:path>
            </a:pathLst>
          </a:custGeom>
          <a:noFill/>
          <a:ln w="7722">
            <a:solidFill>
              <a:srgbClr val="F3F7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201365" y="3709737"/>
            <a:ext cx="741273" cy="714870"/>
          </a:xfrm>
          <a:custGeom>
            <a:avLst/>
            <a:gdLst/>
            <a:ahLst/>
            <a:cxnLst/>
            <a:rect l="0" t="0" r="0" b="0"/>
            <a:pathLst>
              <a:path w="741273" h="714870">
                <a:moveTo>
                  <a:pt x="741273" y="309029"/>
                </a:moveTo>
                <a:cubicBezTo>
                  <a:pt x="741273" y="304857"/>
                  <a:pt x="740321" y="300732"/>
                  <a:pt x="738492" y="296979"/>
                </a:cubicBezTo>
                <a:lnTo>
                  <a:pt x="643356" y="81705"/>
                </a:lnTo>
                <a:cubicBezTo>
                  <a:pt x="642585" y="79829"/>
                  <a:pt x="642585" y="77714"/>
                  <a:pt x="643356" y="75838"/>
                </a:cubicBezTo>
                <a:cubicBezTo>
                  <a:pt x="644451" y="73866"/>
                  <a:pt x="646385" y="72504"/>
                  <a:pt x="648614" y="72132"/>
                </a:cubicBezTo>
                <a:lnTo>
                  <a:pt x="668997" y="64103"/>
                </a:lnTo>
                <a:cubicBezTo>
                  <a:pt x="684857" y="57445"/>
                  <a:pt x="692324" y="39195"/>
                  <a:pt x="685676" y="23326"/>
                </a:cubicBezTo>
                <a:cubicBezTo>
                  <a:pt x="679018" y="7467"/>
                  <a:pt x="660768" y="0"/>
                  <a:pt x="644899" y="6648"/>
                </a:cubicBezTo>
                <a:lnTo>
                  <a:pt x="412022" y="99307"/>
                </a:lnTo>
                <a:cubicBezTo>
                  <a:pt x="409803" y="100517"/>
                  <a:pt x="407136" y="100517"/>
                  <a:pt x="404917" y="99307"/>
                </a:cubicBezTo>
                <a:cubicBezTo>
                  <a:pt x="402240" y="97593"/>
                  <a:pt x="400888" y="94402"/>
                  <a:pt x="401516" y="91278"/>
                </a:cubicBezTo>
                <a:lnTo>
                  <a:pt x="401516" y="50815"/>
                </a:lnTo>
                <a:cubicBezTo>
                  <a:pt x="401516" y="33756"/>
                  <a:pt x="387696" y="19935"/>
                  <a:pt x="370636" y="19935"/>
                </a:cubicBezTo>
                <a:cubicBezTo>
                  <a:pt x="353577" y="19935"/>
                  <a:pt x="339747" y="33756"/>
                  <a:pt x="339747" y="50815"/>
                </a:cubicBezTo>
                <a:lnTo>
                  <a:pt x="339747" y="121853"/>
                </a:lnTo>
                <a:cubicBezTo>
                  <a:pt x="339709" y="125015"/>
                  <a:pt x="337746" y="127825"/>
                  <a:pt x="334803" y="128958"/>
                </a:cubicBezTo>
                <a:lnTo>
                  <a:pt x="56826" y="238296"/>
                </a:lnTo>
                <a:cubicBezTo>
                  <a:pt x="42767" y="243811"/>
                  <a:pt x="34756" y="258689"/>
                  <a:pt x="37890" y="273472"/>
                </a:cubicBezTo>
                <a:cubicBezTo>
                  <a:pt x="41033" y="288245"/>
                  <a:pt x="54397" y="298589"/>
                  <a:pt x="69494" y="297903"/>
                </a:cubicBezTo>
                <a:cubicBezTo>
                  <a:pt x="72170" y="297884"/>
                  <a:pt x="74704" y="299151"/>
                  <a:pt x="76285" y="301304"/>
                </a:cubicBezTo>
                <a:cubicBezTo>
                  <a:pt x="77362" y="303656"/>
                  <a:pt x="77362" y="306362"/>
                  <a:pt x="76285" y="308714"/>
                </a:cubicBezTo>
                <a:lnTo>
                  <a:pt x="2781" y="478288"/>
                </a:lnTo>
                <a:cubicBezTo>
                  <a:pt x="981" y="482050"/>
                  <a:pt x="28" y="486156"/>
                  <a:pt x="0" y="490327"/>
                </a:cubicBezTo>
                <a:cubicBezTo>
                  <a:pt x="0" y="567089"/>
                  <a:pt x="62226" y="629316"/>
                  <a:pt x="138988" y="629316"/>
                </a:cubicBezTo>
                <a:cubicBezTo>
                  <a:pt x="215750" y="629316"/>
                  <a:pt x="277977" y="567089"/>
                  <a:pt x="277977" y="490327"/>
                </a:cubicBezTo>
                <a:cubicBezTo>
                  <a:pt x="277739" y="485955"/>
                  <a:pt x="276691" y="481660"/>
                  <a:pt x="274891" y="477669"/>
                </a:cubicBezTo>
                <a:lnTo>
                  <a:pt x="180374" y="265166"/>
                </a:lnTo>
                <a:cubicBezTo>
                  <a:pt x="179431" y="263213"/>
                  <a:pt x="179431" y="260946"/>
                  <a:pt x="180374" y="258994"/>
                </a:cubicBezTo>
                <a:cubicBezTo>
                  <a:pt x="181479" y="257032"/>
                  <a:pt x="183222" y="255508"/>
                  <a:pt x="185318" y="254669"/>
                </a:cubicBezTo>
                <a:lnTo>
                  <a:pt x="329860" y="197834"/>
                </a:lnTo>
                <a:cubicBezTo>
                  <a:pt x="332079" y="196624"/>
                  <a:pt x="334756" y="196624"/>
                  <a:pt x="336965" y="197834"/>
                </a:cubicBezTo>
                <a:cubicBezTo>
                  <a:pt x="339137" y="199644"/>
                  <a:pt x="340185" y="202463"/>
                  <a:pt x="339747" y="205254"/>
                </a:cubicBezTo>
                <a:lnTo>
                  <a:pt x="339747" y="645375"/>
                </a:lnTo>
                <a:cubicBezTo>
                  <a:pt x="339747" y="649643"/>
                  <a:pt x="336289" y="653100"/>
                  <a:pt x="332022" y="653100"/>
                </a:cubicBezTo>
                <a:lnTo>
                  <a:pt x="234114" y="653100"/>
                </a:lnTo>
                <a:cubicBezTo>
                  <a:pt x="217055" y="653100"/>
                  <a:pt x="203234" y="666930"/>
                  <a:pt x="203234" y="683990"/>
                </a:cubicBezTo>
                <a:cubicBezTo>
                  <a:pt x="203234" y="701040"/>
                  <a:pt x="217055" y="714870"/>
                  <a:pt x="234114" y="714870"/>
                </a:cubicBezTo>
                <a:lnTo>
                  <a:pt x="506225" y="714870"/>
                </a:lnTo>
                <a:cubicBezTo>
                  <a:pt x="523284" y="714870"/>
                  <a:pt x="537114" y="701040"/>
                  <a:pt x="537114" y="683990"/>
                </a:cubicBezTo>
                <a:cubicBezTo>
                  <a:pt x="537114" y="666930"/>
                  <a:pt x="523284" y="653100"/>
                  <a:pt x="506225" y="653100"/>
                </a:cubicBezTo>
                <a:lnTo>
                  <a:pt x="409241" y="653100"/>
                </a:lnTo>
                <a:cubicBezTo>
                  <a:pt x="404974" y="653100"/>
                  <a:pt x="401516" y="649643"/>
                  <a:pt x="401516" y="645375"/>
                </a:cubicBezTo>
                <a:lnTo>
                  <a:pt x="401516" y="174364"/>
                </a:lnTo>
                <a:cubicBezTo>
                  <a:pt x="401564" y="171211"/>
                  <a:pt x="403517" y="168392"/>
                  <a:pt x="406460" y="167259"/>
                </a:cubicBezTo>
                <a:lnTo>
                  <a:pt x="530009" y="117843"/>
                </a:lnTo>
                <a:cubicBezTo>
                  <a:pt x="532914" y="116881"/>
                  <a:pt x="536114" y="117595"/>
                  <a:pt x="538343" y="119691"/>
                </a:cubicBezTo>
                <a:cubicBezTo>
                  <a:pt x="540458" y="122053"/>
                  <a:pt x="541058" y="125396"/>
                  <a:pt x="539886" y="128339"/>
                </a:cubicBezTo>
                <a:lnTo>
                  <a:pt x="466382" y="297903"/>
                </a:lnTo>
                <a:cubicBezTo>
                  <a:pt x="464562" y="301790"/>
                  <a:pt x="463515" y="305981"/>
                  <a:pt x="463295" y="310267"/>
                </a:cubicBezTo>
                <a:cubicBezTo>
                  <a:pt x="463295" y="387019"/>
                  <a:pt x="525522" y="449246"/>
                  <a:pt x="602284" y="449246"/>
                </a:cubicBezTo>
                <a:cubicBezTo>
                  <a:pt x="679046" y="449246"/>
                  <a:pt x="741273" y="387019"/>
                  <a:pt x="741273" y="310267"/>
                </a:cubicBezTo>
                <a:lnTo>
                  <a:pt x="741273" y="309029"/>
                </a:lnTo>
                <a:moveTo>
                  <a:pt x="86791" y="467782"/>
                </a:moveTo>
                <a:cubicBezTo>
                  <a:pt x="84210" y="467763"/>
                  <a:pt x="81791" y="466496"/>
                  <a:pt x="80305" y="464381"/>
                </a:cubicBezTo>
                <a:cubicBezTo>
                  <a:pt x="79238" y="462029"/>
                  <a:pt x="79238" y="459324"/>
                  <a:pt x="80305" y="456971"/>
                </a:cubicBezTo>
                <a:lnTo>
                  <a:pt x="132502" y="339909"/>
                </a:lnTo>
                <a:cubicBezTo>
                  <a:pt x="133711" y="337070"/>
                  <a:pt x="136512" y="335222"/>
                  <a:pt x="139607" y="335222"/>
                </a:cubicBezTo>
                <a:cubicBezTo>
                  <a:pt x="142703" y="335222"/>
                  <a:pt x="145494" y="337070"/>
                  <a:pt x="146713" y="339909"/>
                </a:cubicBezTo>
                <a:lnTo>
                  <a:pt x="198596" y="456971"/>
                </a:lnTo>
                <a:cubicBezTo>
                  <a:pt x="199672" y="459324"/>
                  <a:pt x="199672" y="462029"/>
                  <a:pt x="198596" y="464381"/>
                </a:cubicBezTo>
                <a:cubicBezTo>
                  <a:pt x="197110" y="466496"/>
                  <a:pt x="194690" y="467763"/>
                  <a:pt x="192109" y="467782"/>
                </a:cubicBezTo>
                <a:lnTo>
                  <a:pt x="86791" y="467782"/>
                </a:lnTo>
                <a:moveTo>
                  <a:pt x="550087" y="286169"/>
                </a:moveTo>
                <a:cubicBezTo>
                  <a:pt x="547497" y="286150"/>
                  <a:pt x="545087" y="284883"/>
                  <a:pt x="543601" y="282778"/>
                </a:cubicBezTo>
                <a:cubicBezTo>
                  <a:pt x="542524" y="280416"/>
                  <a:pt x="542524" y="277720"/>
                  <a:pt x="543601" y="275358"/>
                </a:cubicBezTo>
                <a:lnTo>
                  <a:pt x="595483" y="158305"/>
                </a:lnTo>
                <a:cubicBezTo>
                  <a:pt x="596703" y="155457"/>
                  <a:pt x="599493" y="153609"/>
                  <a:pt x="602589" y="153609"/>
                </a:cubicBezTo>
                <a:cubicBezTo>
                  <a:pt x="605685" y="153609"/>
                  <a:pt x="608476" y="155457"/>
                  <a:pt x="609695" y="158305"/>
                </a:cubicBezTo>
                <a:lnTo>
                  <a:pt x="661892" y="275358"/>
                </a:lnTo>
                <a:cubicBezTo>
                  <a:pt x="662959" y="277720"/>
                  <a:pt x="662959" y="280416"/>
                  <a:pt x="661892" y="282778"/>
                </a:cubicBezTo>
                <a:cubicBezTo>
                  <a:pt x="660396" y="284883"/>
                  <a:pt x="657986" y="286150"/>
                  <a:pt x="655405" y="286169"/>
                </a:cubicBezTo>
                <a:lnTo>
                  <a:pt x="550087" y="286169"/>
                </a:lnTo>
              </a:path>
            </a:pathLst>
          </a:custGeom>
          <a:solidFill>
            <a:srgbClr val="2240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86682" y="2602319"/>
            <a:ext cx="370636" cy="339747"/>
          </a:xfrm>
          <a:custGeom>
            <a:avLst/>
            <a:gdLst/>
            <a:ahLst/>
            <a:cxnLst/>
            <a:rect l="0" t="0" r="0" b="0"/>
            <a:pathLst>
              <a:path w="370636" h="339747">
                <a:moveTo>
                  <a:pt x="138988" y="247097"/>
                </a:moveTo>
                <a:lnTo>
                  <a:pt x="15440" y="247097"/>
                </a:lnTo>
                <a:cubicBezTo>
                  <a:pt x="6915" y="247097"/>
                  <a:pt x="0" y="254003"/>
                  <a:pt x="0" y="262537"/>
                </a:cubicBezTo>
                <a:cubicBezTo>
                  <a:pt x="0" y="305181"/>
                  <a:pt x="34566" y="339747"/>
                  <a:pt x="77219" y="339747"/>
                </a:cubicBezTo>
                <a:cubicBezTo>
                  <a:pt x="119862" y="339747"/>
                  <a:pt x="154428" y="305181"/>
                  <a:pt x="154428" y="262537"/>
                </a:cubicBezTo>
                <a:cubicBezTo>
                  <a:pt x="154428" y="254003"/>
                  <a:pt x="147513" y="247097"/>
                  <a:pt x="138988" y="247097"/>
                </a:cubicBezTo>
                <a:moveTo>
                  <a:pt x="355187" y="247097"/>
                </a:moveTo>
                <a:lnTo>
                  <a:pt x="231647" y="247097"/>
                </a:lnTo>
                <a:cubicBezTo>
                  <a:pt x="223113" y="247097"/>
                  <a:pt x="216207" y="254003"/>
                  <a:pt x="216207" y="262537"/>
                </a:cubicBezTo>
                <a:cubicBezTo>
                  <a:pt x="216207" y="305181"/>
                  <a:pt x="250774" y="339747"/>
                  <a:pt x="293417" y="339747"/>
                </a:cubicBezTo>
                <a:cubicBezTo>
                  <a:pt x="336061" y="339747"/>
                  <a:pt x="370636" y="305181"/>
                  <a:pt x="370636" y="262537"/>
                </a:cubicBezTo>
                <a:cubicBezTo>
                  <a:pt x="370636" y="254003"/>
                  <a:pt x="363721" y="247097"/>
                  <a:pt x="355187" y="247097"/>
                </a:cubicBezTo>
                <a:moveTo>
                  <a:pt x="271795" y="86487"/>
                </a:moveTo>
                <a:cubicBezTo>
                  <a:pt x="272253" y="87515"/>
                  <a:pt x="272253" y="88696"/>
                  <a:pt x="271795" y="89725"/>
                </a:cubicBezTo>
                <a:lnTo>
                  <a:pt x="240915" y="214350"/>
                </a:lnTo>
                <a:cubicBezTo>
                  <a:pt x="240391" y="216684"/>
                  <a:pt x="240963" y="219132"/>
                  <a:pt x="242458" y="220989"/>
                </a:cubicBezTo>
                <a:cubicBezTo>
                  <a:pt x="243897" y="222856"/>
                  <a:pt x="246126" y="223942"/>
                  <a:pt x="248478" y="223932"/>
                </a:cubicBezTo>
                <a:lnTo>
                  <a:pt x="263918" y="223932"/>
                </a:lnTo>
                <a:cubicBezTo>
                  <a:pt x="267481" y="223904"/>
                  <a:pt x="270586" y="221503"/>
                  <a:pt x="271491" y="218055"/>
                </a:cubicBezTo>
                <a:lnTo>
                  <a:pt x="288940" y="148104"/>
                </a:lnTo>
                <a:cubicBezTo>
                  <a:pt x="289417" y="146456"/>
                  <a:pt x="290931" y="145322"/>
                  <a:pt x="292646" y="145322"/>
                </a:cubicBezTo>
                <a:cubicBezTo>
                  <a:pt x="294360" y="145322"/>
                  <a:pt x="295875" y="146456"/>
                  <a:pt x="296351" y="148104"/>
                </a:cubicBezTo>
                <a:lnTo>
                  <a:pt x="313801" y="218055"/>
                </a:lnTo>
                <a:cubicBezTo>
                  <a:pt x="314715" y="221503"/>
                  <a:pt x="317811" y="223904"/>
                  <a:pt x="321373" y="223932"/>
                </a:cubicBezTo>
                <a:lnTo>
                  <a:pt x="336813" y="223932"/>
                </a:lnTo>
                <a:cubicBezTo>
                  <a:pt x="339166" y="223942"/>
                  <a:pt x="341395" y="222856"/>
                  <a:pt x="342833" y="220989"/>
                </a:cubicBezTo>
                <a:cubicBezTo>
                  <a:pt x="344328" y="219132"/>
                  <a:pt x="344900" y="216684"/>
                  <a:pt x="344385" y="214350"/>
                </a:cubicBezTo>
                <a:lnTo>
                  <a:pt x="313496" y="89725"/>
                </a:lnTo>
                <a:cubicBezTo>
                  <a:pt x="313039" y="88696"/>
                  <a:pt x="313039" y="87515"/>
                  <a:pt x="313496" y="86487"/>
                </a:cubicBezTo>
                <a:cubicBezTo>
                  <a:pt x="314191" y="85467"/>
                  <a:pt x="315353" y="84886"/>
                  <a:pt x="316582" y="84943"/>
                </a:cubicBezTo>
                <a:lnTo>
                  <a:pt x="345928" y="84943"/>
                </a:lnTo>
                <a:cubicBezTo>
                  <a:pt x="354453" y="84943"/>
                  <a:pt x="361368" y="78028"/>
                  <a:pt x="361368" y="69494"/>
                </a:cubicBezTo>
                <a:cubicBezTo>
                  <a:pt x="361368" y="60969"/>
                  <a:pt x="354453" y="54054"/>
                  <a:pt x="345928" y="54054"/>
                </a:cubicBezTo>
                <a:lnTo>
                  <a:pt x="206940" y="54054"/>
                </a:lnTo>
                <a:cubicBezTo>
                  <a:pt x="203282" y="53311"/>
                  <a:pt x="200682" y="50063"/>
                  <a:pt x="200758" y="46329"/>
                </a:cubicBezTo>
                <a:lnTo>
                  <a:pt x="200758" y="15449"/>
                </a:lnTo>
                <a:cubicBezTo>
                  <a:pt x="200758" y="6915"/>
                  <a:pt x="193843" y="0"/>
                  <a:pt x="185318" y="0"/>
                </a:cubicBezTo>
                <a:cubicBezTo>
                  <a:pt x="176784" y="0"/>
                  <a:pt x="169878" y="6915"/>
                  <a:pt x="169878" y="15449"/>
                </a:cubicBezTo>
                <a:lnTo>
                  <a:pt x="169878" y="46329"/>
                </a:lnTo>
                <a:cubicBezTo>
                  <a:pt x="169878" y="50596"/>
                  <a:pt x="166420" y="54054"/>
                  <a:pt x="162153" y="54054"/>
                </a:cubicBezTo>
                <a:lnTo>
                  <a:pt x="23164" y="54054"/>
                </a:lnTo>
                <a:cubicBezTo>
                  <a:pt x="14639" y="54054"/>
                  <a:pt x="7724" y="60969"/>
                  <a:pt x="7724" y="69494"/>
                </a:cubicBezTo>
                <a:cubicBezTo>
                  <a:pt x="7724" y="78028"/>
                  <a:pt x="14639" y="84943"/>
                  <a:pt x="23164" y="84943"/>
                </a:cubicBezTo>
                <a:lnTo>
                  <a:pt x="52501" y="84943"/>
                </a:lnTo>
                <a:cubicBezTo>
                  <a:pt x="53730" y="84886"/>
                  <a:pt x="54902" y="85467"/>
                  <a:pt x="55597" y="86487"/>
                </a:cubicBezTo>
                <a:cubicBezTo>
                  <a:pt x="56054" y="87515"/>
                  <a:pt x="56054" y="88696"/>
                  <a:pt x="55597" y="89725"/>
                </a:cubicBezTo>
                <a:lnTo>
                  <a:pt x="24707" y="214350"/>
                </a:lnTo>
                <a:cubicBezTo>
                  <a:pt x="24193" y="216684"/>
                  <a:pt x="24755" y="219132"/>
                  <a:pt x="26250" y="220989"/>
                </a:cubicBezTo>
                <a:cubicBezTo>
                  <a:pt x="27698" y="222856"/>
                  <a:pt x="29918" y="223942"/>
                  <a:pt x="32280" y="223932"/>
                </a:cubicBezTo>
                <a:lnTo>
                  <a:pt x="47720" y="223932"/>
                </a:lnTo>
                <a:cubicBezTo>
                  <a:pt x="51273" y="223904"/>
                  <a:pt x="54378" y="221503"/>
                  <a:pt x="55283" y="218055"/>
                </a:cubicBezTo>
                <a:lnTo>
                  <a:pt x="72732" y="148104"/>
                </a:lnTo>
                <a:cubicBezTo>
                  <a:pt x="73218" y="146456"/>
                  <a:pt x="74723" y="145322"/>
                  <a:pt x="76447" y="145322"/>
                </a:cubicBezTo>
                <a:cubicBezTo>
                  <a:pt x="78162" y="145322"/>
                  <a:pt x="79667" y="146456"/>
                  <a:pt x="80152" y="148104"/>
                </a:cubicBezTo>
                <a:lnTo>
                  <a:pt x="97602" y="218055"/>
                </a:lnTo>
                <a:cubicBezTo>
                  <a:pt x="98507" y="221503"/>
                  <a:pt x="101612" y="223904"/>
                  <a:pt x="105165" y="223932"/>
                </a:cubicBezTo>
                <a:lnTo>
                  <a:pt x="120615" y="223932"/>
                </a:lnTo>
                <a:cubicBezTo>
                  <a:pt x="122967" y="223942"/>
                  <a:pt x="125187" y="222856"/>
                  <a:pt x="126634" y="220989"/>
                </a:cubicBezTo>
                <a:cubicBezTo>
                  <a:pt x="128130" y="219132"/>
                  <a:pt x="128701" y="216684"/>
                  <a:pt x="128177" y="214350"/>
                </a:cubicBezTo>
                <a:lnTo>
                  <a:pt x="97288" y="89725"/>
                </a:lnTo>
                <a:cubicBezTo>
                  <a:pt x="96831" y="88696"/>
                  <a:pt x="96831" y="87515"/>
                  <a:pt x="97288" y="86487"/>
                </a:cubicBezTo>
                <a:cubicBezTo>
                  <a:pt x="97983" y="85467"/>
                  <a:pt x="99155" y="84886"/>
                  <a:pt x="100383" y="84943"/>
                </a:cubicBezTo>
                <a:lnTo>
                  <a:pt x="160610" y="84943"/>
                </a:lnTo>
                <a:cubicBezTo>
                  <a:pt x="162906" y="84467"/>
                  <a:pt x="165296" y="85067"/>
                  <a:pt x="167097" y="86572"/>
                </a:cubicBezTo>
                <a:cubicBezTo>
                  <a:pt x="168897" y="88077"/>
                  <a:pt x="169925" y="90316"/>
                  <a:pt x="169878" y="92659"/>
                </a:cubicBezTo>
                <a:lnTo>
                  <a:pt x="169878" y="100383"/>
                </a:lnTo>
                <a:cubicBezTo>
                  <a:pt x="169878" y="108908"/>
                  <a:pt x="176784" y="115824"/>
                  <a:pt x="185318" y="115824"/>
                </a:cubicBezTo>
                <a:cubicBezTo>
                  <a:pt x="193843" y="115824"/>
                  <a:pt x="200758" y="108908"/>
                  <a:pt x="200758" y="100383"/>
                </a:cubicBezTo>
                <a:lnTo>
                  <a:pt x="200758" y="92659"/>
                </a:lnTo>
                <a:cubicBezTo>
                  <a:pt x="200758" y="88401"/>
                  <a:pt x="204215" y="84943"/>
                  <a:pt x="208483" y="84943"/>
                </a:cubicBezTo>
                <a:lnTo>
                  <a:pt x="268709" y="84943"/>
                </a:lnTo>
                <a:cubicBezTo>
                  <a:pt x="269938" y="84886"/>
                  <a:pt x="271110" y="85467"/>
                  <a:pt x="271795" y="86487"/>
                </a:cubicBezTo>
              </a:path>
            </a:pathLst>
          </a:custGeom>
          <a:solidFill>
            <a:srgbClr val="2240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216007" y="3316420"/>
            <a:ext cx="367855" cy="382209"/>
          </a:xfrm>
          <a:custGeom>
            <a:avLst/>
            <a:gdLst/>
            <a:ahLst/>
            <a:cxnLst/>
            <a:rect l="0" t="0" r="0" b="0"/>
            <a:pathLst>
              <a:path w="367855" h="382209">
                <a:moveTo>
                  <a:pt x="195138" y="297418"/>
                </a:moveTo>
                <a:lnTo>
                  <a:pt x="195138" y="251098"/>
                </a:lnTo>
                <a:cubicBezTo>
                  <a:pt x="195119" y="234610"/>
                  <a:pt x="205616" y="219941"/>
                  <a:pt x="221237" y="214645"/>
                </a:cubicBezTo>
                <a:lnTo>
                  <a:pt x="244087" y="206311"/>
                </a:lnTo>
                <a:lnTo>
                  <a:pt x="244087" y="172640"/>
                </a:lnTo>
                <a:cubicBezTo>
                  <a:pt x="244087" y="156924"/>
                  <a:pt x="231390" y="144160"/>
                  <a:pt x="215674" y="144075"/>
                </a:cubicBezTo>
                <a:lnTo>
                  <a:pt x="213207" y="144075"/>
                </a:lnTo>
                <a:lnTo>
                  <a:pt x="213207" y="108089"/>
                </a:lnTo>
                <a:cubicBezTo>
                  <a:pt x="217312" y="72656"/>
                  <a:pt x="200729" y="38014"/>
                  <a:pt x="170545" y="19011"/>
                </a:cubicBezTo>
                <a:cubicBezTo>
                  <a:pt x="140369" y="0"/>
                  <a:pt x="101955" y="0"/>
                  <a:pt x="71780" y="19011"/>
                </a:cubicBezTo>
                <a:cubicBezTo>
                  <a:pt x="41595" y="38014"/>
                  <a:pt x="25012" y="72656"/>
                  <a:pt x="29117" y="108089"/>
                </a:cubicBezTo>
                <a:lnTo>
                  <a:pt x="29117" y="144075"/>
                </a:lnTo>
                <a:lnTo>
                  <a:pt x="27889" y="144075"/>
                </a:lnTo>
                <a:cubicBezTo>
                  <a:pt x="12372" y="144408"/>
                  <a:pt x="0" y="157124"/>
                  <a:pt x="85" y="172640"/>
                </a:cubicBezTo>
                <a:lnTo>
                  <a:pt x="85" y="317811"/>
                </a:lnTo>
                <a:cubicBezTo>
                  <a:pt x="85" y="333260"/>
                  <a:pt x="12430" y="345890"/>
                  <a:pt x="27889" y="346224"/>
                </a:cubicBezTo>
                <a:lnTo>
                  <a:pt x="207492" y="346224"/>
                </a:lnTo>
                <a:cubicBezTo>
                  <a:pt x="199348" y="331250"/>
                  <a:pt x="195100" y="314467"/>
                  <a:pt x="195138" y="297418"/>
                </a:cubicBezTo>
                <a:moveTo>
                  <a:pt x="68351" y="108089"/>
                </a:moveTo>
                <a:cubicBezTo>
                  <a:pt x="68351" y="78581"/>
                  <a:pt x="92268" y="54654"/>
                  <a:pt x="121777" y="54654"/>
                </a:cubicBezTo>
                <a:cubicBezTo>
                  <a:pt x="151285" y="54654"/>
                  <a:pt x="175212" y="78581"/>
                  <a:pt x="175212" y="108089"/>
                </a:cubicBezTo>
                <a:lnTo>
                  <a:pt x="175212" y="144075"/>
                </a:lnTo>
                <a:lnTo>
                  <a:pt x="68351" y="144075"/>
                </a:lnTo>
                <a:lnTo>
                  <a:pt x="68351" y="108089"/>
                </a:lnTo>
                <a:moveTo>
                  <a:pt x="153590" y="212483"/>
                </a:moveTo>
                <a:cubicBezTo>
                  <a:pt x="153657" y="225371"/>
                  <a:pt x="145942" y="237010"/>
                  <a:pt x="134064" y="241982"/>
                </a:cubicBezTo>
                <a:cubicBezTo>
                  <a:pt x="122177" y="246954"/>
                  <a:pt x="108470" y="244278"/>
                  <a:pt x="99336" y="235191"/>
                </a:cubicBezTo>
                <a:cubicBezTo>
                  <a:pt x="90211" y="226104"/>
                  <a:pt x="87458" y="212407"/>
                  <a:pt x="92373" y="200501"/>
                </a:cubicBezTo>
                <a:cubicBezTo>
                  <a:pt x="97288" y="188595"/>
                  <a:pt x="108899" y="180832"/>
                  <a:pt x="121777" y="180822"/>
                </a:cubicBezTo>
                <a:cubicBezTo>
                  <a:pt x="139293" y="180822"/>
                  <a:pt x="153504" y="194976"/>
                  <a:pt x="153590" y="212483"/>
                </a:cubicBezTo>
                <a:moveTo>
                  <a:pt x="173516" y="307152"/>
                </a:moveTo>
                <a:cubicBezTo>
                  <a:pt x="171773" y="309286"/>
                  <a:pt x="169163" y="310534"/>
                  <a:pt x="166411" y="310553"/>
                </a:cubicBezTo>
                <a:lnTo>
                  <a:pt x="77304" y="310553"/>
                </a:lnTo>
                <a:cubicBezTo>
                  <a:pt x="74552" y="310562"/>
                  <a:pt x="71951" y="309333"/>
                  <a:pt x="70208" y="307200"/>
                </a:cubicBezTo>
                <a:cubicBezTo>
                  <a:pt x="68475" y="305076"/>
                  <a:pt x="67789" y="302275"/>
                  <a:pt x="68351" y="299580"/>
                </a:cubicBezTo>
                <a:cubicBezTo>
                  <a:pt x="73647" y="274253"/>
                  <a:pt x="95983" y="256108"/>
                  <a:pt x="121853" y="256108"/>
                </a:cubicBezTo>
                <a:cubicBezTo>
                  <a:pt x="147732" y="256108"/>
                  <a:pt x="170068" y="274253"/>
                  <a:pt x="175364" y="299580"/>
                </a:cubicBezTo>
                <a:cubicBezTo>
                  <a:pt x="175717" y="302104"/>
                  <a:pt x="175050" y="304657"/>
                  <a:pt x="173516" y="306685"/>
                </a:cubicBezTo>
                <a:moveTo>
                  <a:pt x="357130" y="235962"/>
                </a:moveTo>
                <a:lnTo>
                  <a:pt x="297989" y="215731"/>
                </a:lnTo>
                <a:cubicBezTo>
                  <a:pt x="294732" y="214607"/>
                  <a:pt x="291198" y="214607"/>
                  <a:pt x="287950" y="215731"/>
                </a:cubicBezTo>
                <a:lnTo>
                  <a:pt x="228647" y="235962"/>
                </a:lnTo>
                <a:cubicBezTo>
                  <a:pt x="222408" y="238067"/>
                  <a:pt x="218189" y="243897"/>
                  <a:pt x="218141" y="250478"/>
                </a:cubicBezTo>
                <a:lnTo>
                  <a:pt x="218141" y="296808"/>
                </a:lnTo>
                <a:cubicBezTo>
                  <a:pt x="218865" y="330079"/>
                  <a:pt x="239067" y="359835"/>
                  <a:pt x="269728" y="372789"/>
                </a:cubicBezTo>
                <a:lnTo>
                  <a:pt x="286407" y="380352"/>
                </a:lnTo>
                <a:cubicBezTo>
                  <a:pt x="290474" y="382209"/>
                  <a:pt x="295151" y="382209"/>
                  <a:pt x="299218" y="380352"/>
                </a:cubicBezTo>
                <a:lnTo>
                  <a:pt x="315896" y="372789"/>
                </a:lnTo>
                <a:cubicBezTo>
                  <a:pt x="346424" y="359968"/>
                  <a:pt x="366645" y="330507"/>
                  <a:pt x="367636" y="297418"/>
                </a:cubicBezTo>
                <a:lnTo>
                  <a:pt x="367636" y="251098"/>
                </a:lnTo>
                <a:cubicBezTo>
                  <a:pt x="367855" y="244287"/>
                  <a:pt x="363588" y="238134"/>
                  <a:pt x="357130" y="235962"/>
                </a:cubicBezTo>
                <a:moveTo>
                  <a:pt x="338289" y="271938"/>
                </a:moveTo>
                <a:lnTo>
                  <a:pt x="293350" y="328002"/>
                </a:lnTo>
                <a:cubicBezTo>
                  <a:pt x="291293" y="330536"/>
                  <a:pt x="288255" y="332089"/>
                  <a:pt x="284988" y="332260"/>
                </a:cubicBezTo>
                <a:cubicBezTo>
                  <a:pt x="281720" y="332441"/>
                  <a:pt x="278530" y="331231"/>
                  <a:pt x="276215" y="328926"/>
                </a:cubicBezTo>
                <a:lnTo>
                  <a:pt x="253822" y="306533"/>
                </a:lnTo>
                <a:cubicBezTo>
                  <a:pt x="251612" y="304380"/>
                  <a:pt x="250364" y="301428"/>
                  <a:pt x="250364" y="298351"/>
                </a:cubicBezTo>
                <a:cubicBezTo>
                  <a:pt x="250364" y="295265"/>
                  <a:pt x="251612" y="292312"/>
                  <a:pt x="253822" y="290160"/>
                </a:cubicBezTo>
                <a:cubicBezTo>
                  <a:pt x="258337" y="285645"/>
                  <a:pt x="265661" y="285645"/>
                  <a:pt x="270186" y="290160"/>
                </a:cubicBezTo>
                <a:lnTo>
                  <a:pt x="283473" y="303447"/>
                </a:lnTo>
                <a:lnTo>
                  <a:pt x="320220" y="257117"/>
                </a:lnTo>
                <a:cubicBezTo>
                  <a:pt x="324231" y="252126"/>
                  <a:pt x="331527" y="251336"/>
                  <a:pt x="336518" y="255336"/>
                </a:cubicBezTo>
                <a:cubicBezTo>
                  <a:pt x="341509" y="259346"/>
                  <a:pt x="342299" y="266642"/>
                  <a:pt x="338289" y="271633"/>
                </a:cubicBezTo>
              </a:path>
            </a:pathLst>
          </a:custGeom>
          <a:solidFill>
            <a:srgbClr val="2240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560215" y="3327840"/>
            <a:ext cx="371989" cy="370570"/>
          </a:xfrm>
          <a:custGeom>
            <a:avLst/>
            <a:gdLst/>
            <a:ahLst/>
            <a:cxnLst/>
            <a:rect l="0" t="0" r="0" b="0"/>
            <a:pathLst>
              <a:path w="371989" h="370570">
                <a:moveTo>
                  <a:pt x="215112" y="52501"/>
                </a:moveTo>
                <a:cubicBezTo>
                  <a:pt x="217036" y="51196"/>
                  <a:pt x="217579" y="48606"/>
                  <a:pt x="216350" y="46634"/>
                </a:cubicBezTo>
                <a:cubicBezTo>
                  <a:pt x="215931" y="45843"/>
                  <a:pt x="215284" y="45196"/>
                  <a:pt x="214493" y="44777"/>
                </a:cubicBezTo>
                <a:lnTo>
                  <a:pt x="120910" y="1381"/>
                </a:lnTo>
                <a:cubicBezTo>
                  <a:pt x="117814" y="0"/>
                  <a:pt x="114271" y="0"/>
                  <a:pt x="111175" y="1381"/>
                </a:cubicBezTo>
                <a:lnTo>
                  <a:pt x="17125" y="45091"/>
                </a:lnTo>
                <a:cubicBezTo>
                  <a:pt x="16173" y="45605"/>
                  <a:pt x="15468" y="46491"/>
                  <a:pt x="15182" y="47539"/>
                </a:cubicBezTo>
                <a:cubicBezTo>
                  <a:pt x="14887" y="48587"/>
                  <a:pt x="15039" y="49710"/>
                  <a:pt x="15582" y="50653"/>
                </a:cubicBezTo>
                <a:cubicBezTo>
                  <a:pt x="15944" y="51482"/>
                  <a:pt x="16611" y="52139"/>
                  <a:pt x="17440" y="52501"/>
                </a:cubicBezTo>
                <a:lnTo>
                  <a:pt x="114271" y="97593"/>
                </a:lnTo>
                <a:cubicBezTo>
                  <a:pt x="115433" y="98202"/>
                  <a:pt x="116814" y="98202"/>
                  <a:pt x="117976" y="97593"/>
                </a:cubicBezTo>
                <a:lnTo>
                  <a:pt x="215112" y="52501"/>
                </a:lnTo>
                <a:moveTo>
                  <a:pt x="6162" y="69799"/>
                </a:moveTo>
                <a:cubicBezTo>
                  <a:pt x="5153" y="69103"/>
                  <a:pt x="3876" y="68903"/>
                  <a:pt x="2705" y="69265"/>
                </a:cubicBezTo>
                <a:cubicBezTo>
                  <a:pt x="1533" y="69627"/>
                  <a:pt x="590" y="70504"/>
                  <a:pt x="142" y="71656"/>
                </a:cubicBezTo>
                <a:cubicBezTo>
                  <a:pt x="0" y="72266"/>
                  <a:pt x="0" y="72894"/>
                  <a:pt x="142" y="73504"/>
                </a:cubicBezTo>
                <a:lnTo>
                  <a:pt x="142" y="181603"/>
                </a:lnTo>
                <a:cubicBezTo>
                  <a:pt x="104" y="185775"/>
                  <a:pt x="2438" y="189614"/>
                  <a:pt x="6162" y="191490"/>
                </a:cubicBezTo>
                <a:lnTo>
                  <a:pt x="98821" y="235658"/>
                </a:lnTo>
                <a:cubicBezTo>
                  <a:pt x="100079" y="236162"/>
                  <a:pt x="101507" y="236019"/>
                  <a:pt x="102641" y="235286"/>
                </a:cubicBezTo>
                <a:cubicBezTo>
                  <a:pt x="103774" y="234543"/>
                  <a:pt x="104489" y="233305"/>
                  <a:pt x="104536" y="231952"/>
                </a:cubicBezTo>
                <a:lnTo>
                  <a:pt x="104536" y="119681"/>
                </a:lnTo>
                <a:cubicBezTo>
                  <a:pt x="104632" y="118043"/>
                  <a:pt x="103708" y="116509"/>
                  <a:pt x="102222" y="115814"/>
                </a:cubicBezTo>
                <a:lnTo>
                  <a:pt x="6162" y="69799"/>
                </a:lnTo>
                <a:moveTo>
                  <a:pt x="366302" y="344690"/>
                </a:moveTo>
                <a:lnTo>
                  <a:pt x="324450" y="303295"/>
                </a:lnTo>
                <a:cubicBezTo>
                  <a:pt x="349596" y="267119"/>
                  <a:pt x="342957" y="217722"/>
                  <a:pt x="309152" y="189452"/>
                </a:cubicBezTo>
                <a:cubicBezTo>
                  <a:pt x="275348" y="161191"/>
                  <a:pt x="225561" y="163410"/>
                  <a:pt x="194405" y="194567"/>
                </a:cubicBezTo>
                <a:cubicBezTo>
                  <a:pt x="163248" y="225723"/>
                  <a:pt x="161029" y="275510"/>
                  <a:pt x="189290" y="309314"/>
                </a:cubicBezTo>
                <a:cubicBezTo>
                  <a:pt x="217560" y="343119"/>
                  <a:pt x="266957" y="349757"/>
                  <a:pt x="303133" y="324611"/>
                </a:cubicBezTo>
                <a:lnTo>
                  <a:pt x="344366" y="365998"/>
                </a:lnTo>
                <a:cubicBezTo>
                  <a:pt x="347271" y="368922"/>
                  <a:pt x="351215" y="370570"/>
                  <a:pt x="355330" y="370570"/>
                </a:cubicBezTo>
                <a:cubicBezTo>
                  <a:pt x="359454" y="370570"/>
                  <a:pt x="363397" y="368922"/>
                  <a:pt x="366302" y="365998"/>
                </a:cubicBezTo>
                <a:cubicBezTo>
                  <a:pt x="371989" y="360035"/>
                  <a:pt x="371989" y="350653"/>
                  <a:pt x="366302" y="344690"/>
                </a:cubicBezTo>
                <a:moveTo>
                  <a:pt x="254955" y="201063"/>
                </a:moveTo>
                <a:cubicBezTo>
                  <a:pt x="284807" y="201063"/>
                  <a:pt x="309000" y="225266"/>
                  <a:pt x="309000" y="255117"/>
                </a:cubicBezTo>
                <a:cubicBezTo>
                  <a:pt x="309000" y="284968"/>
                  <a:pt x="284807" y="309162"/>
                  <a:pt x="254955" y="309162"/>
                </a:cubicBezTo>
                <a:cubicBezTo>
                  <a:pt x="225104" y="309162"/>
                  <a:pt x="200901" y="284968"/>
                  <a:pt x="200901" y="255117"/>
                </a:cubicBezTo>
                <a:cubicBezTo>
                  <a:pt x="200901" y="225266"/>
                  <a:pt x="225104" y="201063"/>
                  <a:pt x="254955" y="201063"/>
                </a:cubicBezTo>
                <a:moveTo>
                  <a:pt x="231790" y="153504"/>
                </a:moveTo>
                <a:lnTo>
                  <a:pt x="231790" y="73504"/>
                </a:lnTo>
                <a:cubicBezTo>
                  <a:pt x="231781" y="72066"/>
                  <a:pt x="231028" y="70732"/>
                  <a:pt x="229809" y="69980"/>
                </a:cubicBezTo>
                <a:cubicBezTo>
                  <a:pt x="228580" y="69227"/>
                  <a:pt x="227056" y="69161"/>
                  <a:pt x="225771" y="69799"/>
                </a:cubicBezTo>
                <a:lnTo>
                  <a:pt x="130482" y="116128"/>
                </a:lnTo>
                <a:cubicBezTo>
                  <a:pt x="129044" y="116881"/>
                  <a:pt x="128158" y="118367"/>
                  <a:pt x="128168" y="119986"/>
                </a:cubicBezTo>
                <a:lnTo>
                  <a:pt x="128168" y="231952"/>
                </a:lnTo>
                <a:cubicBezTo>
                  <a:pt x="128168" y="234257"/>
                  <a:pt x="130035" y="236124"/>
                  <a:pt x="132340" y="236124"/>
                </a:cubicBezTo>
                <a:lnTo>
                  <a:pt x="134188" y="236124"/>
                </a:lnTo>
                <a:lnTo>
                  <a:pt x="152409" y="225932"/>
                </a:lnTo>
                <a:cubicBezTo>
                  <a:pt x="164144" y="189414"/>
                  <a:pt x="194357" y="161848"/>
                  <a:pt x="231790" y="153504"/>
                </a:cubicBezTo>
              </a:path>
            </a:pathLst>
          </a:custGeom>
          <a:solidFill>
            <a:srgbClr val="2240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-192707" y="371475"/>
            <a:ext cx="9529422" cy="4000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3100" b="1">
                <a:solidFill>
                  <a:srgbClr val="22403B"/>
                </a:solidFill>
                <a:latin typeface="Roboto Slab"/>
              </a:rPr>
              <a:t>Challenges and Ethics in Machine Learning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63186" y="1598501"/>
            <a:ext cx="217617" cy="11119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600" b="1">
                <a:solidFill>
                  <a:srgbClr val="22403B"/>
                </a:solidFill>
                <a:latin typeface="Roboto Slab"/>
              </a:rPr>
              <a:t>Bias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3671811" y="1709711"/>
            <a:ext cx="1800377" cy="259421"/>
            <a:chOff x="3671811" y="1709711"/>
            <a:chExt cx="1800377" cy="259421"/>
          </a:xfrm>
        </p:grpSpPr>
        <p:sp>
          <p:nvSpPr>
            <p:cNvPr id="14" name="TextBox 13"/>
            <p:cNvSpPr txBox="1"/>
            <p:nvPr/>
          </p:nvSpPr>
          <p:spPr>
            <a:xfrm>
              <a:off x="3536783" y="1709711"/>
              <a:ext cx="2070433" cy="1297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800" b="1">
                  <a:solidFill>
                    <a:srgbClr val="22403B"/>
                  </a:solidFill>
                  <a:latin typeface="Roboto"/>
                </a:rPr>
                <a:t>Models can inherit human prejudices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536783" y="1839441"/>
              <a:ext cx="2070433" cy="1296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800" b="1">
                  <a:solidFill>
                    <a:srgbClr val="22403B"/>
                  </a:solidFill>
                  <a:latin typeface="Roboto"/>
                </a:rPr>
                <a:t>from training data.</a:t>
              </a:r>
            </a:p>
          </p:txBody>
        </p:sp>
      </p:grpSp>
      <p:sp>
        <p:nvSpPr>
          <p:cNvPr id="17" name="TextBox 16"/>
          <p:cNvSpPr txBox="1"/>
          <p:nvPr/>
        </p:nvSpPr>
        <p:spPr>
          <a:xfrm>
            <a:off x="6691312" y="2765983"/>
            <a:ext cx="710021" cy="11119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600" b="1">
                <a:solidFill>
                  <a:srgbClr val="22403B"/>
                </a:solidFill>
                <a:latin typeface="Roboto Slab"/>
              </a:rPr>
              <a:t>Transparency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00337" y="3025461"/>
            <a:ext cx="652350" cy="11119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600" b="1">
                <a:solidFill>
                  <a:srgbClr val="22403B"/>
                </a:solidFill>
                <a:latin typeface="Roboto Slab"/>
              </a:rPr>
              <a:t>Data Privacy</a:t>
            </a:r>
          </a:p>
        </p:txBody>
      </p:sp>
      <p:grpSp>
        <p:nvGrpSpPr>
          <p:cNvPr id="22" name="Group 21"/>
          <p:cNvGrpSpPr/>
          <p:nvPr/>
        </p:nvGrpSpPr>
        <p:grpSpPr>
          <a:xfrm>
            <a:off x="6691312" y="2877208"/>
            <a:ext cx="1739350" cy="389123"/>
            <a:chOff x="6691312" y="2877208"/>
            <a:chExt cx="1739350" cy="389123"/>
          </a:xfrm>
        </p:grpSpPr>
        <p:sp>
          <p:nvSpPr>
            <p:cNvPr id="19" name="TextBox 18"/>
            <p:cNvSpPr txBox="1"/>
            <p:nvPr/>
          </p:nvSpPr>
          <p:spPr>
            <a:xfrm>
              <a:off x="6691312" y="2877208"/>
              <a:ext cx="2000252" cy="1297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800" b="1">
                  <a:solidFill>
                    <a:srgbClr val="22403B"/>
                  </a:solidFill>
                  <a:latin typeface="Roboto"/>
                </a:rPr>
                <a:t>The 'Black Box' problem—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691312" y="3006938"/>
              <a:ext cx="2000252" cy="1297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800" b="1">
                  <a:solidFill>
                    <a:srgbClr val="22403B"/>
                  </a:solidFill>
                  <a:latin typeface="Roboto"/>
                </a:rPr>
                <a:t>understanding why a model made a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6691312" y="3136669"/>
              <a:ext cx="2000252" cy="1296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800" b="1">
                  <a:solidFill>
                    <a:srgbClr val="22403B"/>
                  </a:solidFill>
                  <a:latin typeface="Roboto"/>
                </a:rPr>
                <a:t>certain decision.</a:t>
              </a:r>
            </a:p>
          </p:txBody>
        </p:sp>
      </p:grpSp>
      <p:sp>
        <p:nvSpPr>
          <p:cNvPr id="23" name="TextBox 22"/>
          <p:cNvSpPr txBox="1"/>
          <p:nvPr/>
        </p:nvSpPr>
        <p:spPr>
          <a:xfrm>
            <a:off x="926436" y="3136646"/>
            <a:ext cx="1526251" cy="12972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800" b="1">
                <a:solidFill>
                  <a:srgbClr val="22403B"/>
                </a:solidFill>
                <a:latin typeface="Roboto"/>
              </a:rPr>
              <a:t>How is personal data used?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886700" y="4829136"/>
            <a:ext cx="1025290" cy="114677"/>
          </a:xfrm>
          <a:custGeom>
            <a:avLst/>
            <a:gdLst/>
            <a:ahLst/>
            <a:cxnLst/>
            <a:rect l="0" t="0" r="0" b="0"/>
            <a:pathLst>
              <a:path w="1025290" h="114677">
                <a:moveTo>
                  <a:pt x="583720" y="112024"/>
                </a:moveTo>
                <a:cubicBezTo>
                  <a:pt x="584031" y="113167"/>
                  <a:pt x="584928" y="114062"/>
                  <a:pt x="586072" y="114370"/>
                </a:cubicBezTo>
                <a:cubicBezTo>
                  <a:pt x="587216" y="114677"/>
                  <a:pt x="588441" y="114353"/>
                  <a:pt x="589283" y="113519"/>
                </a:cubicBezTo>
                <a:lnTo>
                  <a:pt x="638841" y="64551"/>
                </a:lnTo>
                <a:lnTo>
                  <a:pt x="579948" y="98108"/>
                </a:lnTo>
                <a:close/>
                <a:moveTo>
                  <a:pt x="562613" y="581"/>
                </a:moveTo>
                <a:cubicBezTo>
                  <a:pt x="561581" y="0"/>
                  <a:pt x="560315" y="9"/>
                  <a:pt x="559293" y="606"/>
                </a:cubicBezTo>
                <a:cubicBezTo>
                  <a:pt x="558270" y="1204"/>
                  <a:pt x="557640" y="2302"/>
                  <a:pt x="557641" y="3486"/>
                </a:cubicBezTo>
                <a:lnTo>
                  <a:pt x="557641" y="33119"/>
                </a:lnTo>
                <a:lnTo>
                  <a:pt x="588845" y="15326"/>
                </a:lnTo>
                <a:close/>
                <a:moveTo>
                  <a:pt x="598122" y="20631"/>
                </a:moveTo>
                <a:lnTo>
                  <a:pt x="557641" y="43692"/>
                </a:lnTo>
                <a:lnTo>
                  <a:pt x="557641" y="66980"/>
                </a:lnTo>
                <a:lnTo>
                  <a:pt x="618515" y="32271"/>
                </a:lnTo>
                <a:close/>
                <a:moveTo>
                  <a:pt x="642966" y="52093"/>
                </a:moveTo>
                <a:cubicBezTo>
                  <a:pt x="644009" y="51501"/>
                  <a:pt x="644656" y="50391"/>
                  <a:pt x="644656" y="49192"/>
                </a:cubicBezTo>
                <a:cubicBezTo>
                  <a:pt x="644656" y="47993"/>
                  <a:pt x="644009" y="46883"/>
                  <a:pt x="642966" y="46292"/>
                </a:cubicBezTo>
                <a:lnTo>
                  <a:pt x="627802" y="37719"/>
                </a:lnTo>
                <a:lnTo>
                  <a:pt x="557650" y="77715"/>
                </a:lnTo>
                <a:lnTo>
                  <a:pt x="557650" y="94688"/>
                </a:lnTo>
                <a:cubicBezTo>
                  <a:pt x="557648" y="95875"/>
                  <a:pt x="558279" y="96977"/>
                  <a:pt x="559304" y="97575"/>
                </a:cubicBezTo>
                <a:cubicBezTo>
                  <a:pt x="560330" y="98173"/>
                  <a:pt x="561600" y="98180"/>
                  <a:pt x="562632" y="97593"/>
                </a:cubicBezTo>
                <a:lnTo>
                  <a:pt x="642975" y="52093"/>
                </a:lnTo>
                <a:close/>
                <a:moveTo>
                  <a:pt x="386162" y="14450"/>
                </a:moveTo>
                <a:cubicBezTo>
                  <a:pt x="386162" y="10325"/>
                  <a:pt x="389543" y="6992"/>
                  <a:pt x="393706" y="6992"/>
                </a:cubicBezTo>
                <a:cubicBezTo>
                  <a:pt x="397868" y="6992"/>
                  <a:pt x="401250" y="10325"/>
                  <a:pt x="401250" y="14450"/>
                </a:cubicBezTo>
                <a:cubicBezTo>
                  <a:pt x="401250" y="18574"/>
                  <a:pt x="397868" y="21908"/>
                  <a:pt x="393706" y="21908"/>
                </a:cubicBezTo>
                <a:cubicBezTo>
                  <a:pt x="389543" y="21908"/>
                  <a:pt x="386162" y="18574"/>
                  <a:pt x="386162" y="14450"/>
                </a:cubicBezTo>
                <a:close/>
                <a:moveTo>
                  <a:pt x="949766" y="14450"/>
                </a:moveTo>
                <a:cubicBezTo>
                  <a:pt x="949766" y="10325"/>
                  <a:pt x="953147" y="6992"/>
                  <a:pt x="957310" y="6992"/>
                </a:cubicBezTo>
                <a:cubicBezTo>
                  <a:pt x="961472" y="6992"/>
                  <a:pt x="964853" y="10325"/>
                  <a:pt x="964853" y="14450"/>
                </a:cubicBezTo>
                <a:cubicBezTo>
                  <a:pt x="964853" y="18574"/>
                  <a:pt x="961472" y="21908"/>
                  <a:pt x="957310" y="21908"/>
                </a:cubicBezTo>
                <a:cubicBezTo>
                  <a:pt x="953147" y="21908"/>
                  <a:pt x="949766" y="18574"/>
                  <a:pt x="949766" y="14450"/>
                </a:cubicBezTo>
                <a:close/>
                <a:moveTo>
                  <a:pt x="131083" y="87183"/>
                </a:moveTo>
                <a:lnTo>
                  <a:pt x="118986" y="87183"/>
                </a:lnTo>
                <a:lnTo>
                  <a:pt x="118986" y="82544"/>
                </a:lnTo>
                <a:cubicBezTo>
                  <a:pt x="116357" y="84459"/>
                  <a:pt x="110756" y="88345"/>
                  <a:pt x="101069" y="88345"/>
                </a:cubicBezTo>
                <a:cubicBezTo>
                  <a:pt x="89620" y="88345"/>
                  <a:pt x="79409" y="80782"/>
                  <a:pt x="80714" y="68552"/>
                </a:cubicBezTo>
                <a:cubicBezTo>
                  <a:pt x="81838" y="58017"/>
                  <a:pt x="91697" y="53464"/>
                  <a:pt x="98317" y="52102"/>
                </a:cubicBezTo>
                <a:lnTo>
                  <a:pt x="118986" y="48816"/>
                </a:lnTo>
                <a:cubicBezTo>
                  <a:pt x="118986" y="43682"/>
                  <a:pt x="116224" y="39710"/>
                  <a:pt x="108851" y="39234"/>
                </a:cubicBezTo>
                <a:cubicBezTo>
                  <a:pt x="101479" y="38758"/>
                  <a:pt x="97326" y="42139"/>
                  <a:pt x="93887" y="48921"/>
                </a:cubicBezTo>
                <a:lnTo>
                  <a:pt x="83181" y="43158"/>
                </a:lnTo>
                <a:cubicBezTo>
                  <a:pt x="94783" y="18098"/>
                  <a:pt x="131083" y="26356"/>
                  <a:pt x="131083" y="47101"/>
                </a:cubicBezTo>
                <a:lnTo>
                  <a:pt x="131083" y="87173"/>
                </a:lnTo>
                <a:close/>
                <a:moveTo>
                  <a:pt x="118986" y="59941"/>
                </a:moveTo>
                <a:lnTo>
                  <a:pt x="101688" y="62770"/>
                </a:lnTo>
                <a:cubicBezTo>
                  <a:pt x="97450" y="63789"/>
                  <a:pt x="92592" y="66037"/>
                  <a:pt x="93059" y="71324"/>
                </a:cubicBezTo>
                <a:cubicBezTo>
                  <a:pt x="93649" y="77934"/>
                  <a:pt x="105594" y="78610"/>
                  <a:pt x="111185" y="75086"/>
                </a:cubicBezTo>
                <a:cubicBezTo>
                  <a:pt x="118395" y="70533"/>
                  <a:pt x="119043" y="63713"/>
                  <a:pt x="118986" y="59941"/>
                </a:cubicBezTo>
                <a:close/>
                <a:moveTo>
                  <a:pt x="811091" y="87183"/>
                </a:moveTo>
                <a:lnTo>
                  <a:pt x="798995" y="87183"/>
                </a:lnTo>
                <a:lnTo>
                  <a:pt x="798995" y="82544"/>
                </a:lnTo>
                <a:cubicBezTo>
                  <a:pt x="796366" y="84459"/>
                  <a:pt x="790765" y="88345"/>
                  <a:pt x="781078" y="88345"/>
                </a:cubicBezTo>
                <a:cubicBezTo>
                  <a:pt x="769629" y="88345"/>
                  <a:pt x="759418" y="80782"/>
                  <a:pt x="760723" y="68552"/>
                </a:cubicBezTo>
                <a:cubicBezTo>
                  <a:pt x="761847" y="58017"/>
                  <a:pt x="771705" y="53464"/>
                  <a:pt x="778325" y="52102"/>
                </a:cubicBezTo>
                <a:lnTo>
                  <a:pt x="798995" y="48816"/>
                </a:lnTo>
                <a:cubicBezTo>
                  <a:pt x="798995" y="43682"/>
                  <a:pt x="796232" y="39710"/>
                  <a:pt x="788860" y="39234"/>
                </a:cubicBezTo>
                <a:cubicBezTo>
                  <a:pt x="781488" y="38758"/>
                  <a:pt x="777335" y="42139"/>
                  <a:pt x="773896" y="48921"/>
                </a:cubicBezTo>
                <a:lnTo>
                  <a:pt x="763190" y="43158"/>
                </a:lnTo>
                <a:cubicBezTo>
                  <a:pt x="774792" y="18098"/>
                  <a:pt x="811091" y="26356"/>
                  <a:pt x="811091" y="47101"/>
                </a:cubicBezTo>
                <a:lnTo>
                  <a:pt x="811091" y="87173"/>
                </a:lnTo>
                <a:close/>
                <a:moveTo>
                  <a:pt x="798995" y="59941"/>
                </a:moveTo>
                <a:lnTo>
                  <a:pt x="798985" y="59941"/>
                </a:lnTo>
                <a:lnTo>
                  <a:pt x="781688" y="62770"/>
                </a:lnTo>
                <a:cubicBezTo>
                  <a:pt x="777449" y="63789"/>
                  <a:pt x="772591" y="66037"/>
                  <a:pt x="773058" y="71324"/>
                </a:cubicBezTo>
                <a:cubicBezTo>
                  <a:pt x="773649" y="77934"/>
                  <a:pt x="785593" y="78610"/>
                  <a:pt x="791184" y="75086"/>
                </a:cubicBezTo>
                <a:cubicBezTo>
                  <a:pt x="798404" y="70533"/>
                  <a:pt x="799052" y="63713"/>
                  <a:pt x="798995" y="59941"/>
                </a:cubicBezTo>
                <a:close/>
                <a:moveTo>
                  <a:pt x="905789" y="87183"/>
                </a:moveTo>
                <a:lnTo>
                  <a:pt x="893921" y="87183"/>
                </a:lnTo>
                <a:lnTo>
                  <a:pt x="893921" y="6696"/>
                </a:lnTo>
                <a:lnTo>
                  <a:pt x="905789" y="6696"/>
                </a:lnTo>
                <a:lnTo>
                  <a:pt x="905789" y="53321"/>
                </a:lnTo>
                <a:lnTo>
                  <a:pt x="931316" y="28947"/>
                </a:lnTo>
                <a:lnTo>
                  <a:pt x="947870" y="28947"/>
                </a:lnTo>
                <a:lnTo>
                  <a:pt x="922791" y="53093"/>
                </a:lnTo>
                <a:lnTo>
                  <a:pt x="948651" y="87173"/>
                </a:lnTo>
                <a:lnTo>
                  <a:pt x="933830" y="87173"/>
                </a:lnTo>
                <a:lnTo>
                  <a:pt x="914047" y="61389"/>
                </a:lnTo>
                <a:lnTo>
                  <a:pt x="905789" y="69428"/>
                </a:lnTo>
                <a:lnTo>
                  <a:pt x="905789" y="87173"/>
                </a:lnTo>
                <a:close/>
                <a:moveTo>
                  <a:pt x="963444" y="28947"/>
                </a:moveTo>
                <a:lnTo>
                  <a:pt x="951490" y="28947"/>
                </a:lnTo>
                <a:lnTo>
                  <a:pt x="951490" y="87173"/>
                </a:lnTo>
                <a:lnTo>
                  <a:pt x="963444" y="87173"/>
                </a:lnTo>
                <a:close/>
                <a:moveTo>
                  <a:pt x="399564" y="28947"/>
                </a:moveTo>
                <a:lnTo>
                  <a:pt x="387610" y="28947"/>
                </a:lnTo>
                <a:lnTo>
                  <a:pt x="387610" y="87173"/>
                </a:lnTo>
                <a:lnTo>
                  <a:pt x="399564" y="87173"/>
                </a:lnTo>
                <a:close/>
                <a:moveTo>
                  <a:pt x="452751" y="87173"/>
                </a:moveTo>
                <a:lnTo>
                  <a:pt x="452751" y="6677"/>
                </a:lnTo>
                <a:lnTo>
                  <a:pt x="464705" y="6677"/>
                </a:lnTo>
                <a:lnTo>
                  <a:pt x="464705" y="32347"/>
                </a:lnTo>
                <a:cubicBezTo>
                  <a:pt x="468144" y="29052"/>
                  <a:pt x="474230" y="27728"/>
                  <a:pt x="478707" y="27728"/>
                </a:cubicBezTo>
                <a:cubicBezTo>
                  <a:pt x="492537" y="27728"/>
                  <a:pt x="502300" y="38034"/>
                  <a:pt x="502110" y="51045"/>
                </a:cubicBezTo>
                <a:lnTo>
                  <a:pt x="502110" y="87164"/>
                </a:lnTo>
                <a:lnTo>
                  <a:pt x="490013" y="87164"/>
                </a:lnTo>
                <a:lnTo>
                  <a:pt x="490013" y="52112"/>
                </a:lnTo>
                <a:cubicBezTo>
                  <a:pt x="490013" y="48225"/>
                  <a:pt x="487975" y="39358"/>
                  <a:pt x="477488" y="39358"/>
                </a:cubicBezTo>
                <a:cubicBezTo>
                  <a:pt x="468268" y="39358"/>
                  <a:pt x="464705" y="46559"/>
                  <a:pt x="464705" y="52112"/>
                </a:cubicBezTo>
                <a:lnTo>
                  <a:pt x="464705" y="87173"/>
                </a:lnTo>
                <a:close/>
                <a:moveTo>
                  <a:pt x="407412" y="40558"/>
                </a:moveTo>
                <a:lnTo>
                  <a:pt x="407412" y="28985"/>
                </a:lnTo>
                <a:lnTo>
                  <a:pt x="413327" y="28985"/>
                </a:lnTo>
                <a:cubicBezTo>
                  <a:pt x="414464" y="28985"/>
                  <a:pt x="415555" y="28533"/>
                  <a:pt x="416358" y="27729"/>
                </a:cubicBezTo>
                <a:cubicBezTo>
                  <a:pt x="417162" y="26926"/>
                  <a:pt x="417614" y="25835"/>
                  <a:pt x="417614" y="24699"/>
                </a:cubicBezTo>
                <a:lnTo>
                  <a:pt x="417614" y="16555"/>
                </a:lnTo>
                <a:lnTo>
                  <a:pt x="429529" y="16555"/>
                </a:lnTo>
                <a:lnTo>
                  <a:pt x="429529" y="28985"/>
                </a:lnTo>
                <a:lnTo>
                  <a:pt x="441998" y="28985"/>
                </a:lnTo>
                <a:lnTo>
                  <a:pt x="441998" y="40558"/>
                </a:lnTo>
                <a:lnTo>
                  <a:pt x="429529" y="40558"/>
                </a:lnTo>
                <a:lnTo>
                  <a:pt x="429529" y="70171"/>
                </a:lnTo>
                <a:cubicBezTo>
                  <a:pt x="429529" y="72962"/>
                  <a:pt x="430530" y="76496"/>
                  <a:pt x="435702" y="76496"/>
                </a:cubicBezTo>
                <a:cubicBezTo>
                  <a:pt x="439178" y="76496"/>
                  <a:pt x="440759" y="76162"/>
                  <a:pt x="442712" y="75829"/>
                </a:cubicBezTo>
                <a:lnTo>
                  <a:pt x="442712" y="86659"/>
                </a:lnTo>
                <a:cubicBezTo>
                  <a:pt x="442712" y="86659"/>
                  <a:pt x="439273" y="87735"/>
                  <a:pt x="434549" y="87735"/>
                </a:cubicBezTo>
                <a:cubicBezTo>
                  <a:pt x="421233" y="87735"/>
                  <a:pt x="417623" y="77724"/>
                  <a:pt x="417623" y="70704"/>
                </a:cubicBezTo>
                <a:lnTo>
                  <a:pt x="417623" y="40558"/>
                </a:lnTo>
                <a:lnTo>
                  <a:pt x="407422" y="40558"/>
                </a:lnTo>
                <a:close/>
                <a:moveTo>
                  <a:pt x="309829" y="28985"/>
                </a:moveTo>
                <a:lnTo>
                  <a:pt x="296551" y="28985"/>
                </a:lnTo>
                <a:lnTo>
                  <a:pt x="317420" y="87145"/>
                </a:lnTo>
                <a:lnTo>
                  <a:pt x="328136" y="87145"/>
                </a:lnTo>
                <a:lnTo>
                  <a:pt x="339890" y="49826"/>
                </a:lnTo>
                <a:lnTo>
                  <a:pt x="351682" y="87145"/>
                </a:lnTo>
                <a:lnTo>
                  <a:pt x="362435" y="87145"/>
                </a:lnTo>
                <a:lnTo>
                  <a:pt x="383276" y="28985"/>
                </a:lnTo>
                <a:lnTo>
                  <a:pt x="370103" y="28985"/>
                </a:lnTo>
                <a:lnTo>
                  <a:pt x="357158" y="66418"/>
                </a:lnTo>
                <a:lnTo>
                  <a:pt x="345195" y="28985"/>
                </a:lnTo>
                <a:lnTo>
                  <a:pt x="334489" y="28985"/>
                </a:lnTo>
                <a:lnTo>
                  <a:pt x="322659" y="66675"/>
                </a:lnTo>
                <a:lnTo>
                  <a:pt x="309819" y="28985"/>
                </a:lnTo>
                <a:close/>
                <a:moveTo>
                  <a:pt x="211569" y="58531"/>
                </a:moveTo>
                <a:cubicBezTo>
                  <a:pt x="211378" y="73448"/>
                  <a:pt x="222875" y="88335"/>
                  <a:pt x="242268" y="88335"/>
                </a:cubicBezTo>
                <a:cubicBezTo>
                  <a:pt x="257184" y="88335"/>
                  <a:pt x="264966" y="79591"/>
                  <a:pt x="268309" y="71962"/>
                </a:cubicBezTo>
                <a:lnTo>
                  <a:pt x="258813" y="66713"/>
                </a:lnTo>
                <a:cubicBezTo>
                  <a:pt x="255812" y="70514"/>
                  <a:pt x="251183" y="77134"/>
                  <a:pt x="242258" y="77134"/>
                </a:cubicBezTo>
                <a:cubicBezTo>
                  <a:pt x="231352" y="77134"/>
                  <a:pt x="224875" y="69695"/>
                  <a:pt x="224247" y="62656"/>
                </a:cubicBezTo>
                <a:lnTo>
                  <a:pt x="268300" y="62656"/>
                </a:lnTo>
                <a:cubicBezTo>
                  <a:pt x="269005" y="59951"/>
                  <a:pt x="269709" y="53178"/>
                  <a:pt x="268014" y="47806"/>
                </a:cubicBezTo>
                <a:cubicBezTo>
                  <a:pt x="264814" y="37672"/>
                  <a:pt x="256384" y="27785"/>
                  <a:pt x="240972" y="27785"/>
                </a:cubicBezTo>
                <a:cubicBezTo>
                  <a:pt x="225561" y="27785"/>
                  <a:pt x="211559" y="38758"/>
                  <a:pt x="211559" y="58522"/>
                </a:cubicBezTo>
                <a:close/>
                <a:moveTo>
                  <a:pt x="224551" y="51388"/>
                </a:moveTo>
                <a:cubicBezTo>
                  <a:pt x="226630" y="44067"/>
                  <a:pt x="233371" y="38983"/>
                  <a:pt x="240982" y="38996"/>
                </a:cubicBezTo>
                <a:cubicBezTo>
                  <a:pt x="251050" y="38996"/>
                  <a:pt x="255917" y="47292"/>
                  <a:pt x="256441" y="51388"/>
                </a:cubicBezTo>
                <a:close/>
                <a:moveTo>
                  <a:pt x="141131" y="58531"/>
                </a:moveTo>
                <a:cubicBezTo>
                  <a:pt x="141493" y="75276"/>
                  <a:pt x="153295" y="88373"/>
                  <a:pt x="171088" y="88373"/>
                </a:cubicBezTo>
                <a:cubicBezTo>
                  <a:pt x="181317" y="88373"/>
                  <a:pt x="187499" y="83830"/>
                  <a:pt x="189766" y="81972"/>
                </a:cubicBezTo>
                <a:lnTo>
                  <a:pt x="189766" y="87183"/>
                </a:lnTo>
                <a:lnTo>
                  <a:pt x="201596" y="87183"/>
                </a:lnTo>
                <a:lnTo>
                  <a:pt x="201596" y="6735"/>
                </a:lnTo>
                <a:lnTo>
                  <a:pt x="189614" y="6735"/>
                </a:lnTo>
                <a:lnTo>
                  <a:pt x="189614" y="34243"/>
                </a:lnTo>
                <a:cubicBezTo>
                  <a:pt x="185670" y="30814"/>
                  <a:pt x="179498" y="27766"/>
                  <a:pt x="171230" y="27766"/>
                </a:cubicBezTo>
                <a:cubicBezTo>
                  <a:pt x="153038" y="27766"/>
                  <a:pt x="140769" y="41796"/>
                  <a:pt x="141131" y="58531"/>
                </a:cubicBezTo>
                <a:close/>
                <a:moveTo>
                  <a:pt x="153600" y="57769"/>
                </a:moveTo>
                <a:lnTo>
                  <a:pt x="153590" y="57769"/>
                </a:lnTo>
                <a:cubicBezTo>
                  <a:pt x="153590" y="47121"/>
                  <a:pt x="161629" y="39520"/>
                  <a:pt x="170783" y="39520"/>
                </a:cubicBezTo>
                <a:cubicBezTo>
                  <a:pt x="179936" y="39520"/>
                  <a:pt x="189566" y="45416"/>
                  <a:pt x="189566" y="58474"/>
                </a:cubicBezTo>
                <a:cubicBezTo>
                  <a:pt x="189631" y="63362"/>
                  <a:pt x="187692" y="68069"/>
                  <a:pt x="184204" y="71492"/>
                </a:cubicBezTo>
                <a:cubicBezTo>
                  <a:pt x="180715" y="74916"/>
                  <a:pt x="175973" y="76766"/>
                  <a:pt x="171088" y="76610"/>
                </a:cubicBezTo>
                <a:cubicBezTo>
                  <a:pt x="160486" y="76610"/>
                  <a:pt x="153600" y="68428"/>
                  <a:pt x="153600" y="57769"/>
                </a:cubicBezTo>
                <a:close/>
                <a:moveTo>
                  <a:pt x="884005" y="57503"/>
                </a:moveTo>
                <a:cubicBezTo>
                  <a:pt x="883643" y="40758"/>
                  <a:pt x="871842" y="27661"/>
                  <a:pt x="854049" y="27661"/>
                </a:cubicBezTo>
                <a:cubicBezTo>
                  <a:pt x="843819" y="27661"/>
                  <a:pt x="837638" y="32204"/>
                  <a:pt x="835371" y="34062"/>
                </a:cubicBezTo>
                <a:lnTo>
                  <a:pt x="835371" y="28852"/>
                </a:lnTo>
                <a:lnTo>
                  <a:pt x="823541" y="28852"/>
                </a:lnTo>
                <a:lnTo>
                  <a:pt x="823541" y="107147"/>
                </a:lnTo>
                <a:lnTo>
                  <a:pt x="835523" y="107147"/>
                </a:lnTo>
                <a:lnTo>
                  <a:pt x="835523" y="81792"/>
                </a:lnTo>
                <a:cubicBezTo>
                  <a:pt x="839466" y="85221"/>
                  <a:pt x="845648" y="88269"/>
                  <a:pt x="853906" y="88269"/>
                </a:cubicBezTo>
                <a:cubicBezTo>
                  <a:pt x="872099" y="88269"/>
                  <a:pt x="884367" y="74238"/>
                  <a:pt x="884005" y="57503"/>
                </a:cubicBezTo>
                <a:close/>
                <a:moveTo>
                  <a:pt x="871537" y="58265"/>
                </a:moveTo>
                <a:cubicBezTo>
                  <a:pt x="871537" y="68914"/>
                  <a:pt x="863507" y="76515"/>
                  <a:pt x="854354" y="76515"/>
                </a:cubicBezTo>
                <a:cubicBezTo>
                  <a:pt x="845200" y="76515"/>
                  <a:pt x="835571" y="70619"/>
                  <a:pt x="835571" y="57560"/>
                </a:cubicBezTo>
                <a:cubicBezTo>
                  <a:pt x="835506" y="52673"/>
                  <a:pt x="837445" y="47966"/>
                  <a:pt x="840933" y="44542"/>
                </a:cubicBezTo>
                <a:cubicBezTo>
                  <a:pt x="844421" y="41118"/>
                  <a:pt x="849164" y="39268"/>
                  <a:pt x="854049" y="39424"/>
                </a:cubicBezTo>
                <a:cubicBezTo>
                  <a:pt x="864650" y="39424"/>
                  <a:pt x="871537" y="47606"/>
                  <a:pt x="871537" y="58265"/>
                </a:cubicBezTo>
                <a:close/>
                <a:moveTo>
                  <a:pt x="975750" y="87411"/>
                </a:moveTo>
                <a:lnTo>
                  <a:pt x="975750" y="28956"/>
                </a:lnTo>
                <a:lnTo>
                  <a:pt x="987694" y="28956"/>
                </a:lnTo>
                <a:lnTo>
                  <a:pt x="987694" y="32595"/>
                </a:lnTo>
                <a:cubicBezTo>
                  <a:pt x="991133" y="29299"/>
                  <a:pt x="997219" y="27975"/>
                  <a:pt x="1001696" y="27975"/>
                </a:cubicBezTo>
                <a:cubicBezTo>
                  <a:pt x="1015526" y="27975"/>
                  <a:pt x="1025290" y="38281"/>
                  <a:pt x="1025099" y="51292"/>
                </a:cubicBezTo>
                <a:lnTo>
                  <a:pt x="1025099" y="87411"/>
                </a:lnTo>
                <a:lnTo>
                  <a:pt x="1013002" y="87411"/>
                </a:lnTo>
                <a:lnTo>
                  <a:pt x="1013002" y="52350"/>
                </a:lnTo>
                <a:cubicBezTo>
                  <a:pt x="1013002" y="48464"/>
                  <a:pt x="1010964" y="39596"/>
                  <a:pt x="1000477" y="39596"/>
                </a:cubicBezTo>
                <a:cubicBezTo>
                  <a:pt x="991247" y="39596"/>
                  <a:pt x="987694" y="46797"/>
                  <a:pt x="987694" y="52350"/>
                </a:cubicBezTo>
                <a:lnTo>
                  <a:pt x="987694" y="87411"/>
                </a:lnTo>
                <a:close/>
                <a:moveTo>
                  <a:pt x="686352" y="87211"/>
                </a:moveTo>
                <a:lnTo>
                  <a:pt x="686352" y="7887"/>
                </a:lnTo>
                <a:lnTo>
                  <a:pt x="696677" y="7887"/>
                </a:lnTo>
                <a:lnTo>
                  <a:pt x="736825" y="62913"/>
                </a:lnTo>
                <a:lnTo>
                  <a:pt x="736825" y="7887"/>
                </a:lnTo>
                <a:lnTo>
                  <a:pt x="749398" y="7887"/>
                </a:lnTo>
                <a:lnTo>
                  <a:pt x="749398" y="87211"/>
                </a:lnTo>
                <a:lnTo>
                  <a:pt x="738978" y="87211"/>
                </a:lnTo>
                <a:lnTo>
                  <a:pt x="698906" y="32004"/>
                </a:lnTo>
                <a:lnTo>
                  <a:pt x="698906" y="87211"/>
                </a:lnTo>
                <a:lnTo>
                  <a:pt x="686342" y="87211"/>
                </a:lnTo>
                <a:close/>
                <a:moveTo>
                  <a:pt x="11811" y="87183"/>
                </a:moveTo>
                <a:lnTo>
                  <a:pt x="0" y="87183"/>
                </a:lnTo>
                <a:lnTo>
                  <a:pt x="0" y="13154"/>
                </a:lnTo>
                <a:lnTo>
                  <a:pt x="9658" y="13154"/>
                </a:lnTo>
                <a:lnTo>
                  <a:pt x="35032" y="47416"/>
                </a:lnTo>
                <a:lnTo>
                  <a:pt x="60312" y="13202"/>
                </a:lnTo>
                <a:lnTo>
                  <a:pt x="70123" y="13202"/>
                </a:lnTo>
                <a:lnTo>
                  <a:pt x="70123" y="87173"/>
                </a:lnTo>
                <a:lnTo>
                  <a:pt x="58159" y="87173"/>
                </a:lnTo>
                <a:lnTo>
                  <a:pt x="58159" y="35871"/>
                </a:lnTo>
                <a:lnTo>
                  <a:pt x="35032" y="67361"/>
                </a:lnTo>
                <a:lnTo>
                  <a:pt x="11811" y="35681"/>
                </a:lnTo>
                <a:close/>
              </a:path>
            </a:pathLst>
          </a:custGeom>
          <a:solidFill>
            <a:srgbClr val="5E8D76">
              <a:alpha val="53333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13865" y="3883051"/>
            <a:ext cx="2135857" cy="498367"/>
          </a:xfrm>
          <a:custGeom>
            <a:avLst/>
            <a:gdLst/>
            <a:ahLst/>
            <a:cxnLst/>
            <a:rect l="0" t="0" r="0" b="0"/>
            <a:pathLst>
              <a:path w="2135857" h="498367">
                <a:moveTo>
                  <a:pt x="142389" y="142389"/>
                </a:moveTo>
                <a:lnTo>
                  <a:pt x="71199" y="142389"/>
                </a:lnTo>
                <a:cubicBezTo>
                  <a:pt x="31870" y="142389"/>
                  <a:pt x="0" y="110518"/>
                  <a:pt x="0" y="71199"/>
                </a:cubicBezTo>
                <a:cubicBezTo>
                  <a:pt x="0" y="31880"/>
                  <a:pt x="31870" y="0"/>
                  <a:pt x="71199" y="0"/>
                </a:cubicBezTo>
                <a:lnTo>
                  <a:pt x="2135857" y="0"/>
                </a:lnTo>
                <a:lnTo>
                  <a:pt x="2135857" y="498367"/>
                </a:lnTo>
                <a:lnTo>
                  <a:pt x="142389" y="498367"/>
                </a:lnTo>
                <a:lnTo>
                  <a:pt x="142389" y="142389"/>
                </a:ln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13865" y="3883053"/>
            <a:ext cx="2135860" cy="498367"/>
          </a:xfrm>
          <a:custGeom>
            <a:avLst/>
            <a:gdLst/>
            <a:ahLst/>
            <a:cxnLst/>
            <a:rect l="0" t="0" r="0" b="0"/>
            <a:pathLst>
              <a:path w="2135860" h="498367">
                <a:moveTo>
                  <a:pt x="2135860" y="427174"/>
                </a:moveTo>
                <a:lnTo>
                  <a:pt x="2135860" y="2"/>
                </a:lnTo>
                <a:lnTo>
                  <a:pt x="71195" y="0"/>
                </a:lnTo>
                <a:cubicBezTo>
                  <a:pt x="31875" y="0"/>
                  <a:pt x="0" y="31875"/>
                  <a:pt x="0" y="71195"/>
                </a:cubicBezTo>
                <a:cubicBezTo>
                  <a:pt x="0" y="110515"/>
                  <a:pt x="31875" y="142390"/>
                  <a:pt x="71195" y="142390"/>
                </a:cubicBezTo>
                <a:lnTo>
                  <a:pt x="142390" y="142390"/>
                </a:lnTo>
                <a:lnTo>
                  <a:pt x="142390" y="427174"/>
                </a:lnTo>
                <a:moveTo>
                  <a:pt x="2135860" y="427172"/>
                </a:moveTo>
                <a:lnTo>
                  <a:pt x="2135860" y="498367"/>
                </a:lnTo>
                <a:lnTo>
                  <a:pt x="142390" y="498367"/>
                </a:lnTo>
                <a:lnTo>
                  <a:pt x="142390" y="427172"/>
                </a:lnTo>
              </a:path>
            </a:pathLst>
          </a:custGeom>
          <a:noFill/>
          <a:ln w="8901">
            <a:solidFill>
              <a:srgbClr val="F3F7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507335" y="3313490"/>
            <a:ext cx="2135857" cy="1067933"/>
          </a:xfrm>
          <a:custGeom>
            <a:avLst/>
            <a:gdLst/>
            <a:ahLst/>
            <a:cxnLst/>
            <a:rect l="0" t="0" r="0" b="0"/>
            <a:pathLst>
              <a:path w="2135857" h="1067933">
                <a:moveTo>
                  <a:pt x="142389" y="142389"/>
                </a:moveTo>
                <a:lnTo>
                  <a:pt x="71199" y="142389"/>
                </a:lnTo>
                <a:cubicBezTo>
                  <a:pt x="31870" y="142389"/>
                  <a:pt x="0" y="110518"/>
                  <a:pt x="0" y="71199"/>
                </a:cubicBezTo>
                <a:cubicBezTo>
                  <a:pt x="0" y="31870"/>
                  <a:pt x="31870" y="0"/>
                  <a:pt x="71199" y="0"/>
                </a:cubicBezTo>
                <a:lnTo>
                  <a:pt x="2135857" y="0"/>
                </a:lnTo>
                <a:lnTo>
                  <a:pt x="2135857" y="1067933"/>
                </a:lnTo>
                <a:lnTo>
                  <a:pt x="142389" y="1067933"/>
                </a:lnTo>
                <a:lnTo>
                  <a:pt x="142389" y="142389"/>
                </a:ln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507335" y="3313490"/>
            <a:ext cx="2135860" cy="1067930"/>
          </a:xfrm>
          <a:custGeom>
            <a:avLst/>
            <a:gdLst/>
            <a:ahLst/>
            <a:cxnLst/>
            <a:rect l="0" t="0" r="0" b="0"/>
            <a:pathLst>
              <a:path w="2135860" h="1067930">
                <a:moveTo>
                  <a:pt x="2135860" y="996734"/>
                </a:moveTo>
                <a:lnTo>
                  <a:pt x="2135860" y="1067930"/>
                </a:lnTo>
                <a:lnTo>
                  <a:pt x="142390" y="1067930"/>
                </a:lnTo>
                <a:lnTo>
                  <a:pt x="142390" y="996734"/>
                </a:lnTo>
                <a:moveTo>
                  <a:pt x="2135860" y="996736"/>
                </a:moveTo>
                <a:lnTo>
                  <a:pt x="2135860" y="2"/>
                </a:lnTo>
                <a:lnTo>
                  <a:pt x="71195" y="0"/>
                </a:lnTo>
                <a:cubicBezTo>
                  <a:pt x="31875" y="0"/>
                  <a:pt x="0" y="31875"/>
                  <a:pt x="0" y="71195"/>
                </a:cubicBezTo>
                <a:cubicBezTo>
                  <a:pt x="0" y="110515"/>
                  <a:pt x="31875" y="142390"/>
                  <a:pt x="71195" y="142390"/>
                </a:cubicBezTo>
                <a:lnTo>
                  <a:pt x="142390" y="142390"/>
                </a:lnTo>
                <a:lnTo>
                  <a:pt x="142390" y="996736"/>
                </a:lnTo>
              </a:path>
            </a:pathLst>
          </a:custGeom>
          <a:noFill/>
          <a:ln w="8901">
            <a:solidFill>
              <a:srgbClr val="F3F7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00804" y="2743930"/>
            <a:ext cx="2135857" cy="1637490"/>
          </a:xfrm>
          <a:custGeom>
            <a:avLst/>
            <a:gdLst/>
            <a:ahLst/>
            <a:cxnLst/>
            <a:rect l="0" t="0" r="0" b="0"/>
            <a:pathLst>
              <a:path w="2135857" h="1637490">
                <a:moveTo>
                  <a:pt x="142389" y="142389"/>
                </a:moveTo>
                <a:lnTo>
                  <a:pt x="71199" y="142389"/>
                </a:lnTo>
                <a:cubicBezTo>
                  <a:pt x="31880" y="142389"/>
                  <a:pt x="0" y="110509"/>
                  <a:pt x="0" y="71189"/>
                </a:cubicBezTo>
                <a:cubicBezTo>
                  <a:pt x="0" y="31870"/>
                  <a:pt x="31880" y="0"/>
                  <a:pt x="71199" y="0"/>
                </a:cubicBezTo>
                <a:lnTo>
                  <a:pt x="2135857" y="0"/>
                </a:lnTo>
                <a:lnTo>
                  <a:pt x="2135857" y="1637490"/>
                </a:lnTo>
                <a:lnTo>
                  <a:pt x="142389" y="1637490"/>
                </a:lnTo>
                <a:lnTo>
                  <a:pt x="142389" y="142389"/>
                </a:ln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00805" y="2743927"/>
            <a:ext cx="2135860" cy="1637492"/>
          </a:xfrm>
          <a:custGeom>
            <a:avLst/>
            <a:gdLst/>
            <a:ahLst/>
            <a:cxnLst/>
            <a:rect l="0" t="0" r="0" b="0"/>
            <a:pathLst>
              <a:path w="2135860" h="1637492">
                <a:moveTo>
                  <a:pt x="2135860" y="1566299"/>
                </a:moveTo>
                <a:lnTo>
                  <a:pt x="2135860" y="2"/>
                </a:lnTo>
                <a:lnTo>
                  <a:pt x="71195" y="0"/>
                </a:lnTo>
                <a:cubicBezTo>
                  <a:pt x="31875" y="0"/>
                  <a:pt x="0" y="31875"/>
                  <a:pt x="0" y="71195"/>
                </a:cubicBezTo>
                <a:cubicBezTo>
                  <a:pt x="0" y="110515"/>
                  <a:pt x="31875" y="142390"/>
                  <a:pt x="71195" y="142390"/>
                </a:cubicBezTo>
                <a:lnTo>
                  <a:pt x="142390" y="142390"/>
                </a:lnTo>
                <a:lnTo>
                  <a:pt x="142390" y="1566299"/>
                </a:lnTo>
                <a:moveTo>
                  <a:pt x="2135860" y="1566297"/>
                </a:moveTo>
                <a:lnTo>
                  <a:pt x="2135860" y="1637492"/>
                </a:lnTo>
                <a:lnTo>
                  <a:pt x="142390" y="1637492"/>
                </a:lnTo>
                <a:lnTo>
                  <a:pt x="142390" y="1566297"/>
                </a:lnTo>
              </a:path>
            </a:pathLst>
          </a:custGeom>
          <a:noFill/>
          <a:ln w="8901">
            <a:solidFill>
              <a:srgbClr val="F3F7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94274" y="2174364"/>
            <a:ext cx="2135857" cy="2207056"/>
          </a:xfrm>
          <a:custGeom>
            <a:avLst/>
            <a:gdLst/>
            <a:ahLst/>
            <a:cxnLst/>
            <a:rect l="0" t="0" r="0" b="0"/>
            <a:pathLst>
              <a:path w="2135857" h="2207056">
                <a:moveTo>
                  <a:pt x="142389" y="142389"/>
                </a:moveTo>
                <a:lnTo>
                  <a:pt x="71199" y="142389"/>
                </a:lnTo>
                <a:cubicBezTo>
                  <a:pt x="31870" y="142389"/>
                  <a:pt x="0" y="110518"/>
                  <a:pt x="0" y="71199"/>
                </a:cubicBezTo>
                <a:cubicBezTo>
                  <a:pt x="0" y="31870"/>
                  <a:pt x="31870" y="0"/>
                  <a:pt x="71199" y="0"/>
                </a:cubicBezTo>
                <a:lnTo>
                  <a:pt x="2135857" y="0"/>
                </a:lnTo>
                <a:lnTo>
                  <a:pt x="2135857" y="2207056"/>
                </a:lnTo>
                <a:lnTo>
                  <a:pt x="142389" y="2207056"/>
                </a:lnTo>
                <a:lnTo>
                  <a:pt x="142389" y="142389"/>
                </a:ln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94274" y="2174364"/>
            <a:ext cx="2135860" cy="2207055"/>
          </a:xfrm>
          <a:custGeom>
            <a:avLst/>
            <a:gdLst/>
            <a:ahLst/>
            <a:cxnLst/>
            <a:rect l="0" t="0" r="0" b="0"/>
            <a:pathLst>
              <a:path w="2135860" h="2207055">
                <a:moveTo>
                  <a:pt x="2135860" y="2135862"/>
                </a:moveTo>
                <a:lnTo>
                  <a:pt x="2135860" y="2"/>
                </a:lnTo>
                <a:lnTo>
                  <a:pt x="71195" y="0"/>
                </a:lnTo>
                <a:cubicBezTo>
                  <a:pt x="31875" y="0"/>
                  <a:pt x="0" y="31875"/>
                  <a:pt x="0" y="71195"/>
                </a:cubicBezTo>
                <a:cubicBezTo>
                  <a:pt x="0" y="110515"/>
                  <a:pt x="31875" y="142390"/>
                  <a:pt x="71195" y="142390"/>
                </a:cubicBezTo>
                <a:lnTo>
                  <a:pt x="142390" y="142390"/>
                </a:lnTo>
                <a:lnTo>
                  <a:pt x="142390" y="2135862"/>
                </a:lnTo>
                <a:moveTo>
                  <a:pt x="2135860" y="2135860"/>
                </a:moveTo>
                <a:lnTo>
                  <a:pt x="2135860" y="2207055"/>
                </a:lnTo>
                <a:lnTo>
                  <a:pt x="142390" y="2207055"/>
                </a:lnTo>
                <a:lnTo>
                  <a:pt x="142390" y="2135860"/>
                </a:lnTo>
              </a:path>
            </a:pathLst>
          </a:custGeom>
          <a:noFill/>
          <a:ln w="8901">
            <a:solidFill>
              <a:srgbClr val="F3F7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47265" y="1466447"/>
            <a:ext cx="573709" cy="565527"/>
          </a:xfrm>
          <a:custGeom>
            <a:avLst/>
            <a:gdLst/>
            <a:ahLst/>
            <a:cxnLst/>
            <a:rect l="0" t="0" r="0" b="0"/>
            <a:pathLst>
              <a:path w="573709" h="565527">
                <a:moveTo>
                  <a:pt x="530094" y="246335"/>
                </a:moveTo>
                <a:cubicBezTo>
                  <a:pt x="514359" y="246535"/>
                  <a:pt x="500138" y="255765"/>
                  <a:pt x="493547" y="270062"/>
                </a:cubicBezTo>
                <a:lnTo>
                  <a:pt x="410965" y="270062"/>
                </a:lnTo>
                <a:cubicBezTo>
                  <a:pt x="408489" y="270128"/>
                  <a:pt x="406098" y="269176"/>
                  <a:pt x="404345" y="267423"/>
                </a:cubicBezTo>
                <a:cubicBezTo>
                  <a:pt x="402593" y="265671"/>
                  <a:pt x="401640" y="263280"/>
                  <a:pt x="401707" y="260804"/>
                </a:cubicBezTo>
                <a:lnTo>
                  <a:pt x="401707" y="235181"/>
                </a:lnTo>
                <a:cubicBezTo>
                  <a:pt x="401945" y="232095"/>
                  <a:pt x="401945" y="229000"/>
                  <a:pt x="401707" y="225923"/>
                </a:cubicBezTo>
                <a:lnTo>
                  <a:pt x="428520" y="225923"/>
                </a:lnTo>
                <a:cubicBezTo>
                  <a:pt x="435016" y="240296"/>
                  <a:pt x="449294" y="249564"/>
                  <a:pt x="465067" y="249650"/>
                </a:cubicBezTo>
                <a:cubicBezTo>
                  <a:pt x="485127" y="249574"/>
                  <a:pt x="502158" y="234924"/>
                  <a:pt x="505234" y="215103"/>
                </a:cubicBezTo>
                <a:cubicBezTo>
                  <a:pt x="508320" y="195281"/>
                  <a:pt x="496538" y="176155"/>
                  <a:pt x="477450" y="169992"/>
                </a:cubicBezTo>
                <a:cubicBezTo>
                  <a:pt x="458362" y="163829"/>
                  <a:pt x="437626" y="172450"/>
                  <a:pt x="428520" y="190328"/>
                </a:cubicBezTo>
                <a:lnTo>
                  <a:pt x="400754" y="190328"/>
                </a:lnTo>
                <a:cubicBezTo>
                  <a:pt x="401012" y="187242"/>
                  <a:pt x="401012" y="184146"/>
                  <a:pt x="400754" y="181070"/>
                </a:cubicBezTo>
                <a:lnTo>
                  <a:pt x="400754" y="157333"/>
                </a:lnTo>
                <a:cubicBezTo>
                  <a:pt x="400688" y="154866"/>
                  <a:pt x="401650" y="152466"/>
                  <a:pt x="403393" y="150723"/>
                </a:cubicBezTo>
                <a:cubicBezTo>
                  <a:pt x="405145" y="148970"/>
                  <a:pt x="407536" y="148018"/>
                  <a:pt x="410013" y="148085"/>
                </a:cubicBezTo>
                <a:lnTo>
                  <a:pt x="492604" y="148085"/>
                </a:lnTo>
                <a:cubicBezTo>
                  <a:pt x="500900" y="165201"/>
                  <a:pt x="519922" y="174326"/>
                  <a:pt x="538467" y="170068"/>
                </a:cubicBezTo>
                <a:cubicBezTo>
                  <a:pt x="557012" y="165811"/>
                  <a:pt x="570156" y="149304"/>
                  <a:pt x="570156" y="130282"/>
                </a:cubicBezTo>
                <a:cubicBezTo>
                  <a:pt x="570156" y="111261"/>
                  <a:pt x="557012" y="94754"/>
                  <a:pt x="538467" y="90497"/>
                </a:cubicBezTo>
                <a:cubicBezTo>
                  <a:pt x="519922" y="86239"/>
                  <a:pt x="500900" y="95364"/>
                  <a:pt x="492604" y="112480"/>
                </a:cubicBezTo>
                <a:lnTo>
                  <a:pt x="410965" y="112480"/>
                </a:lnTo>
                <a:cubicBezTo>
                  <a:pt x="399049" y="112423"/>
                  <a:pt x="387600" y="117128"/>
                  <a:pt x="379180" y="125549"/>
                </a:cubicBezTo>
                <a:cubicBezTo>
                  <a:pt x="370751" y="133978"/>
                  <a:pt x="366045" y="145418"/>
                  <a:pt x="366112" y="157333"/>
                </a:cubicBezTo>
                <a:lnTo>
                  <a:pt x="366112" y="181070"/>
                </a:lnTo>
                <a:cubicBezTo>
                  <a:pt x="366112" y="186185"/>
                  <a:pt x="361969" y="190328"/>
                  <a:pt x="356854" y="190328"/>
                </a:cubicBezTo>
                <a:lnTo>
                  <a:pt x="333594" y="190328"/>
                </a:lnTo>
                <a:lnTo>
                  <a:pt x="358511" y="80686"/>
                </a:lnTo>
                <a:cubicBezTo>
                  <a:pt x="361502" y="67760"/>
                  <a:pt x="373018" y="58607"/>
                  <a:pt x="386286" y="58616"/>
                </a:cubicBezTo>
                <a:lnTo>
                  <a:pt x="432082" y="58616"/>
                </a:lnTo>
                <a:cubicBezTo>
                  <a:pt x="440864" y="76742"/>
                  <a:pt x="461562" y="85753"/>
                  <a:pt x="480822" y="79829"/>
                </a:cubicBezTo>
                <a:cubicBezTo>
                  <a:pt x="500072" y="73904"/>
                  <a:pt x="512130" y="54816"/>
                  <a:pt x="509206" y="34890"/>
                </a:cubicBezTo>
                <a:cubicBezTo>
                  <a:pt x="506282" y="14954"/>
                  <a:pt x="489251" y="142"/>
                  <a:pt x="469106" y="0"/>
                </a:cubicBezTo>
                <a:cubicBezTo>
                  <a:pt x="453285" y="104"/>
                  <a:pt x="438950" y="9353"/>
                  <a:pt x="432320" y="23726"/>
                </a:cubicBezTo>
                <a:lnTo>
                  <a:pt x="386514" y="23726"/>
                </a:lnTo>
                <a:cubicBezTo>
                  <a:pt x="356606" y="23669"/>
                  <a:pt x="330669" y="44376"/>
                  <a:pt x="324107" y="73561"/>
                </a:cubicBezTo>
                <a:lnTo>
                  <a:pt x="297284" y="190328"/>
                </a:lnTo>
                <a:lnTo>
                  <a:pt x="217312" y="190328"/>
                </a:lnTo>
                <a:cubicBezTo>
                  <a:pt x="207483" y="190328"/>
                  <a:pt x="199510" y="198291"/>
                  <a:pt x="199510" y="208121"/>
                </a:cubicBezTo>
                <a:cubicBezTo>
                  <a:pt x="199510" y="217951"/>
                  <a:pt x="207483" y="225923"/>
                  <a:pt x="217312" y="225923"/>
                </a:cubicBezTo>
                <a:lnTo>
                  <a:pt x="357330" y="225923"/>
                </a:lnTo>
                <a:cubicBezTo>
                  <a:pt x="361921" y="226618"/>
                  <a:pt x="365331" y="230533"/>
                  <a:pt x="365398" y="235181"/>
                </a:cubicBezTo>
                <a:lnTo>
                  <a:pt x="365398" y="260099"/>
                </a:lnTo>
                <a:cubicBezTo>
                  <a:pt x="365455" y="272053"/>
                  <a:pt x="370312" y="283483"/>
                  <a:pt x="378885" y="291826"/>
                </a:cubicBezTo>
                <a:cubicBezTo>
                  <a:pt x="387448" y="300170"/>
                  <a:pt x="399011" y="304733"/>
                  <a:pt x="410965" y="304476"/>
                </a:cubicBezTo>
                <a:lnTo>
                  <a:pt x="493547" y="304476"/>
                </a:lnTo>
                <a:cubicBezTo>
                  <a:pt x="502358" y="322659"/>
                  <a:pt x="523151" y="331660"/>
                  <a:pt x="542439" y="325640"/>
                </a:cubicBezTo>
                <a:cubicBezTo>
                  <a:pt x="561727" y="319630"/>
                  <a:pt x="573709" y="300399"/>
                  <a:pt x="570623" y="280435"/>
                </a:cubicBezTo>
                <a:cubicBezTo>
                  <a:pt x="567537" y="260470"/>
                  <a:pt x="550297" y="245764"/>
                  <a:pt x="530094" y="245859"/>
                </a:cubicBezTo>
                <a:moveTo>
                  <a:pt x="466734" y="364988"/>
                </a:moveTo>
                <a:cubicBezTo>
                  <a:pt x="462953" y="362121"/>
                  <a:pt x="458162" y="360902"/>
                  <a:pt x="453466" y="361616"/>
                </a:cubicBezTo>
                <a:cubicBezTo>
                  <a:pt x="448779" y="362330"/>
                  <a:pt x="444569" y="364921"/>
                  <a:pt x="441817" y="368788"/>
                </a:cubicBezTo>
                <a:cubicBezTo>
                  <a:pt x="429539" y="385171"/>
                  <a:pt x="414909" y="399649"/>
                  <a:pt x="398383" y="411746"/>
                </a:cubicBezTo>
                <a:cubicBezTo>
                  <a:pt x="393830" y="415175"/>
                  <a:pt x="391115" y="420519"/>
                  <a:pt x="391029" y="426215"/>
                </a:cubicBezTo>
                <a:lnTo>
                  <a:pt x="391029" y="547725"/>
                </a:lnTo>
                <a:cubicBezTo>
                  <a:pt x="391029" y="557555"/>
                  <a:pt x="398992" y="565527"/>
                  <a:pt x="408822" y="565527"/>
                </a:cubicBezTo>
                <a:cubicBezTo>
                  <a:pt x="418661" y="565527"/>
                  <a:pt x="426624" y="557555"/>
                  <a:pt x="426624" y="547725"/>
                </a:cubicBezTo>
                <a:lnTo>
                  <a:pt x="426624" y="434997"/>
                </a:lnTo>
                <a:cubicBezTo>
                  <a:pt x="443112" y="421967"/>
                  <a:pt x="457800" y="406803"/>
                  <a:pt x="470296" y="389905"/>
                </a:cubicBezTo>
                <a:cubicBezTo>
                  <a:pt x="476192" y="382047"/>
                  <a:pt x="474592" y="370884"/>
                  <a:pt x="466734" y="364988"/>
                </a:cubicBezTo>
                <a:moveTo>
                  <a:pt x="184089" y="462286"/>
                </a:moveTo>
                <a:lnTo>
                  <a:pt x="160353" y="462286"/>
                </a:lnTo>
                <a:cubicBezTo>
                  <a:pt x="132788" y="462295"/>
                  <a:pt x="110413" y="440016"/>
                  <a:pt x="110280" y="412451"/>
                </a:cubicBezTo>
                <a:lnTo>
                  <a:pt x="110280" y="344814"/>
                </a:lnTo>
                <a:cubicBezTo>
                  <a:pt x="109804" y="335851"/>
                  <a:pt x="102641" y="328679"/>
                  <a:pt x="93668" y="328202"/>
                </a:cubicBezTo>
                <a:lnTo>
                  <a:pt x="39319" y="328202"/>
                </a:lnTo>
                <a:cubicBezTo>
                  <a:pt x="42405" y="318954"/>
                  <a:pt x="45253" y="309695"/>
                  <a:pt x="48101" y="300199"/>
                </a:cubicBezTo>
                <a:cubicBezTo>
                  <a:pt x="88687" y="169440"/>
                  <a:pt x="126892" y="46986"/>
                  <a:pt x="279730" y="46986"/>
                </a:cubicBezTo>
                <a:cubicBezTo>
                  <a:pt x="289560" y="46986"/>
                  <a:pt x="297522" y="39014"/>
                  <a:pt x="297522" y="29184"/>
                </a:cubicBezTo>
                <a:cubicBezTo>
                  <a:pt x="297522" y="19354"/>
                  <a:pt x="289560" y="11382"/>
                  <a:pt x="279730" y="11382"/>
                </a:cubicBezTo>
                <a:cubicBezTo>
                  <a:pt x="100784" y="11382"/>
                  <a:pt x="56883" y="152114"/>
                  <a:pt x="14163" y="288578"/>
                </a:cubicBezTo>
                <a:lnTo>
                  <a:pt x="2771" y="324650"/>
                </a:lnTo>
                <a:cubicBezTo>
                  <a:pt x="0" y="333422"/>
                  <a:pt x="1495" y="342995"/>
                  <a:pt x="6810" y="350510"/>
                </a:cubicBezTo>
                <a:cubicBezTo>
                  <a:pt x="12287" y="358168"/>
                  <a:pt x="21135" y="362673"/>
                  <a:pt x="30546" y="362616"/>
                </a:cubicBezTo>
                <a:lnTo>
                  <a:pt x="75866" y="362616"/>
                </a:lnTo>
                <a:lnTo>
                  <a:pt x="75866" y="412451"/>
                </a:lnTo>
                <a:cubicBezTo>
                  <a:pt x="75999" y="459676"/>
                  <a:pt x="114319" y="497890"/>
                  <a:pt x="161544" y="497890"/>
                </a:cubicBezTo>
                <a:lnTo>
                  <a:pt x="167478" y="497890"/>
                </a:lnTo>
                <a:lnTo>
                  <a:pt x="167478" y="547725"/>
                </a:lnTo>
                <a:cubicBezTo>
                  <a:pt x="167478" y="557555"/>
                  <a:pt x="175440" y="565527"/>
                  <a:pt x="185270" y="565527"/>
                </a:cubicBezTo>
                <a:cubicBezTo>
                  <a:pt x="195100" y="565527"/>
                  <a:pt x="203073" y="557555"/>
                  <a:pt x="203073" y="547725"/>
                </a:cubicBezTo>
                <a:lnTo>
                  <a:pt x="203073" y="480088"/>
                </a:lnTo>
                <a:cubicBezTo>
                  <a:pt x="203015" y="475173"/>
                  <a:pt x="200958" y="470506"/>
                  <a:pt x="197377" y="467144"/>
                </a:cubicBezTo>
                <a:cubicBezTo>
                  <a:pt x="193786" y="463781"/>
                  <a:pt x="188995" y="462029"/>
                  <a:pt x="184089" y="462286"/>
                </a:cubicBezTo>
              </a:path>
            </a:pathLst>
          </a:custGeom>
          <a:solidFill>
            <a:srgbClr val="2240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366721" y="2031821"/>
            <a:ext cx="547125" cy="569718"/>
          </a:xfrm>
          <a:custGeom>
            <a:avLst/>
            <a:gdLst/>
            <a:ahLst/>
            <a:cxnLst/>
            <a:rect l="0" t="0" r="0" b="0"/>
            <a:pathLst>
              <a:path w="547125" h="569718">
                <a:moveTo>
                  <a:pt x="516455" y="231771"/>
                </a:moveTo>
                <a:lnTo>
                  <a:pt x="486794" y="221094"/>
                </a:lnTo>
                <a:cubicBezTo>
                  <a:pt x="474926" y="216817"/>
                  <a:pt x="465381" y="207787"/>
                  <a:pt x="460448" y="196176"/>
                </a:cubicBezTo>
                <a:cubicBezTo>
                  <a:pt x="455475" y="184584"/>
                  <a:pt x="455475" y="171459"/>
                  <a:pt x="460448" y="159867"/>
                </a:cubicBezTo>
                <a:lnTo>
                  <a:pt x="474221" y="130911"/>
                </a:lnTo>
                <a:cubicBezTo>
                  <a:pt x="482241" y="113899"/>
                  <a:pt x="478726" y="93678"/>
                  <a:pt x="465439" y="80362"/>
                </a:cubicBezTo>
                <a:cubicBezTo>
                  <a:pt x="452370" y="67179"/>
                  <a:pt x="432454" y="63579"/>
                  <a:pt x="415594" y="71351"/>
                </a:cubicBezTo>
                <a:lnTo>
                  <a:pt x="386886" y="85115"/>
                </a:lnTo>
                <a:cubicBezTo>
                  <a:pt x="375504" y="90535"/>
                  <a:pt x="362359" y="90868"/>
                  <a:pt x="350720" y="86029"/>
                </a:cubicBezTo>
                <a:cubicBezTo>
                  <a:pt x="339080" y="81181"/>
                  <a:pt x="330060" y="71618"/>
                  <a:pt x="325888" y="59721"/>
                </a:cubicBezTo>
                <a:lnTo>
                  <a:pt x="315210" y="29575"/>
                </a:lnTo>
                <a:cubicBezTo>
                  <a:pt x="308867" y="11839"/>
                  <a:pt x="292055" y="0"/>
                  <a:pt x="273205" y="0"/>
                </a:cubicBezTo>
                <a:cubicBezTo>
                  <a:pt x="254365" y="0"/>
                  <a:pt x="237553" y="11839"/>
                  <a:pt x="231200" y="29575"/>
                </a:cubicBezTo>
                <a:lnTo>
                  <a:pt x="220522" y="59959"/>
                </a:lnTo>
                <a:cubicBezTo>
                  <a:pt x="216360" y="71856"/>
                  <a:pt x="207330" y="81419"/>
                  <a:pt x="195691" y="86267"/>
                </a:cubicBezTo>
                <a:cubicBezTo>
                  <a:pt x="184061" y="91106"/>
                  <a:pt x="170907" y="90773"/>
                  <a:pt x="159534" y="85353"/>
                </a:cubicBezTo>
                <a:lnTo>
                  <a:pt x="130816" y="71351"/>
                </a:lnTo>
                <a:cubicBezTo>
                  <a:pt x="113823" y="63179"/>
                  <a:pt x="93516" y="66703"/>
                  <a:pt x="80267" y="80124"/>
                </a:cubicBezTo>
                <a:cubicBezTo>
                  <a:pt x="66875" y="93487"/>
                  <a:pt x="63350" y="113833"/>
                  <a:pt x="71485" y="130911"/>
                </a:cubicBezTo>
                <a:lnTo>
                  <a:pt x="85248" y="159867"/>
                </a:lnTo>
                <a:cubicBezTo>
                  <a:pt x="90230" y="171459"/>
                  <a:pt x="90230" y="184584"/>
                  <a:pt x="85248" y="196176"/>
                </a:cubicBezTo>
                <a:cubicBezTo>
                  <a:pt x="80486" y="207644"/>
                  <a:pt x="71218" y="216655"/>
                  <a:pt x="59626" y="221094"/>
                </a:cubicBezTo>
                <a:lnTo>
                  <a:pt x="29718" y="231771"/>
                </a:lnTo>
                <a:cubicBezTo>
                  <a:pt x="11925" y="238001"/>
                  <a:pt x="0" y="254803"/>
                  <a:pt x="0" y="273662"/>
                </a:cubicBezTo>
                <a:cubicBezTo>
                  <a:pt x="0" y="292522"/>
                  <a:pt x="11925" y="309314"/>
                  <a:pt x="29718" y="315544"/>
                </a:cubicBezTo>
                <a:lnTo>
                  <a:pt x="59626" y="326231"/>
                </a:lnTo>
                <a:cubicBezTo>
                  <a:pt x="71256" y="330231"/>
                  <a:pt x="80772" y="338804"/>
                  <a:pt x="85963" y="349958"/>
                </a:cubicBezTo>
                <a:cubicBezTo>
                  <a:pt x="90935" y="361549"/>
                  <a:pt x="90935" y="374675"/>
                  <a:pt x="85963" y="386267"/>
                </a:cubicBezTo>
                <a:lnTo>
                  <a:pt x="71485" y="416166"/>
                </a:lnTo>
                <a:cubicBezTo>
                  <a:pt x="64007" y="433111"/>
                  <a:pt x="67770" y="452913"/>
                  <a:pt x="80943" y="465934"/>
                </a:cubicBezTo>
                <a:cubicBezTo>
                  <a:pt x="94116" y="478955"/>
                  <a:pt x="113966" y="482479"/>
                  <a:pt x="130816" y="474792"/>
                </a:cubicBezTo>
                <a:lnTo>
                  <a:pt x="159534" y="461019"/>
                </a:lnTo>
                <a:lnTo>
                  <a:pt x="171640" y="461019"/>
                </a:lnTo>
                <a:cubicBezTo>
                  <a:pt x="179479" y="477259"/>
                  <a:pt x="195843" y="487651"/>
                  <a:pt x="213874" y="487841"/>
                </a:cubicBezTo>
                <a:lnTo>
                  <a:pt x="231676" y="487841"/>
                </a:lnTo>
                <a:cubicBezTo>
                  <a:pt x="234953" y="487841"/>
                  <a:pt x="237610" y="490499"/>
                  <a:pt x="237610" y="493776"/>
                </a:cubicBezTo>
                <a:lnTo>
                  <a:pt x="237610" y="534114"/>
                </a:lnTo>
                <a:cubicBezTo>
                  <a:pt x="237610" y="553773"/>
                  <a:pt x="253545" y="569718"/>
                  <a:pt x="273205" y="569718"/>
                </a:cubicBezTo>
                <a:cubicBezTo>
                  <a:pt x="292865" y="569718"/>
                  <a:pt x="308810" y="553773"/>
                  <a:pt x="308810" y="534114"/>
                </a:cubicBezTo>
                <a:lnTo>
                  <a:pt x="308810" y="493776"/>
                </a:lnTo>
                <a:cubicBezTo>
                  <a:pt x="308810" y="490499"/>
                  <a:pt x="311457" y="487841"/>
                  <a:pt x="314734" y="487841"/>
                </a:cubicBezTo>
                <a:lnTo>
                  <a:pt x="332536" y="487841"/>
                </a:lnTo>
                <a:cubicBezTo>
                  <a:pt x="350358" y="487832"/>
                  <a:pt x="366674" y="477840"/>
                  <a:pt x="374780" y="461972"/>
                </a:cubicBezTo>
                <a:lnTo>
                  <a:pt x="386886" y="461972"/>
                </a:lnTo>
                <a:lnTo>
                  <a:pt x="415594" y="474792"/>
                </a:lnTo>
                <a:cubicBezTo>
                  <a:pt x="432663" y="482860"/>
                  <a:pt x="452961" y="479317"/>
                  <a:pt x="466286" y="465934"/>
                </a:cubicBezTo>
                <a:cubicBezTo>
                  <a:pt x="479602" y="452561"/>
                  <a:pt x="483069" y="432254"/>
                  <a:pt x="474926" y="415223"/>
                </a:cubicBezTo>
                <a:lnTo>
                  <a:pt x="461162" y="386505"/>
                </a:lnTo>
                <a:cubicBezTo>
                  <a:pt x="456190" y="374913"/>
                  <a:pt x="456190" y="361788"/>
                  <a:pt x="461162" y="350196"/>
                </a:cubicBezTo>
                <a:cubicBezTo>
                  <a:pt x="466363" y="339032"/>
                  <a:pt x="475868" y="330469"/>
                  <a:pt x="487508" y="326459"/>
                </a:cubicBezTo>
                <a:lnTo>
                  <a:pt x="517407" y="315782"/>
                </a:lnTo>
                <a:cubicBezTo>
                  <a:pt x="535209" y="309552"/>
                  <a:pt x="547125" y="292760"/>
                  <a:pt x="547125" y="273900"/>
                </a:cubicBezTo>
                <a:cubicBezTo>
                  <a:pt x="547125" y="255041"/>
                  <a:pt x="535209" y="238239"/>
                  <a:pt x="517407" y="232009"/>
                </a:cubicBezTo>
                <a:lnTo>
                  <a:pt x="516455" y="232009"/>
                </a:lnTo>
                <a:moveTo>
                  <a:pt x="332536" y="377247"/>
                </a:moveTo>
                <a:lnTo>
                  <a:pt x="332536" y="427320"/>
                </a:lnTo>
                <a:cubicBezTo>
                  <a:pt x="332536" y="433873"/>
                  <a:pt x="327221" y="439188"/>
                  <a:pt x="320668" y="439188"/>
                </a:cubicBezTo>
                <a:lnTo>
                  <a:pt x="225742" y="439188"/>
                </a:lnTo>
                <a:cubicBezTo>
                  <a:pt x="219189" y="439188"/>
                  <a:pt x="213874" y="433873"/>
                  <a:pt x="213874" y="427320"/>
                </a:cubicBezTo>
                <a:lnTo>
                  <a:pt x="213874" y="377247"/>
                </a:lnTo>
                <a:cubicBezTo>
                  <a:pt x="213836" y="372532"/>
                  <a:pt x="211054" y="368274"/>
                  <a:pt x="206759" y="366331"/>
                </a:cubicBezTo>
                <a:cubicBezTo>
                  <a:pt x="159629" y="348176"/>
                  <a:pt x="129158" y="302180"/>
                  <a:pt x="130816" y="251707"/>
                </a:cubicBezTo>
                <a:cubicBezTo>
                  <a:pt x="133654" y="175783"/>
                  <a:pt x="197272" y="116405"/>
                  <a:pt x="273205" y="118814"/>
                </a:cubicBezTo>
                <a:cubicBezTo>
                  <a:pt x="349148" y="116405"/>
                  <a:pt x="412765" y="175783"/>
                  <a:pt x="415594" y="251707"/>
                </a:cubicBezTo>
                <a:cubicBezTo>
                  <a:pt x="417261" y="302180"/>
                  <a:pt x="386781" y="348176"/>
                  <a:pt x="339661" y="366331"/>
                </a:cubicBezTo>
                <a:cubicBezTo>
                  <a:pt x="335356" y="368274"/>
                  <a:pt x="332584" y="372532"/>
                  <a:pt x="332536" y="377247"/>
                </a:cubicBezTo>
              </a:path>
            </a:pathLst>
          </a:custGeom>
          <a:solidFill>
            <a:srgbClr val="2240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361917" y="2670838"/>
            <a:ext cx="569328" cy="428348"/>
          </a:xfrm>
          <a:custGeom>
            <a:avLst/>
            <a:gdLst/>
            <a:ahLst/>
            <a:cxnLst/>
            <a:rect l="0" t="0" r="0" b="0"/>
            <a:pathLst>
              <a:path w="569328" h="428348">
                <a:moveTo>
                  <a:pt x="569328" y="108680"/>
                </a:moveTo>
                <a:cubicBezTo>
                  <a:pt x="569204" y="86506"/>
                  <a:pt x="553735" y="67360"/>
                  <a:pt x="532076" y="62588"/>
                </a:cubicBezTo>
                <a:cubicBezTo>
                  <a:pt x="510416" y="57816"/>
                  <a:pt x="488337" y="68675"/>
                  <a:pt x="478907" y="88753"/>
                </a:cubicBezTo>
                <a:lnTo>
                  <a:pt x="295217" y="28470"/>
                </a:lnTo>
                <a:cubicBezTo>
                  <a:pt x="290645" y="11201"/>
                  <a:pt x="273986" y="0"/>
                  <a:pt x="256260" y="2276"/>
                </a:cubicBezTo>
                <a:cubicBezTo>
                  <a:pt x="238544" y="4562"/>
                  <a:pt x="225266" y="19621"/>
                  <a:pt x="225209" y="37490"/>
                </a:cubicBezTo>
                <a:cubicBezTo>
                  <a:pt x="225294" y="41557"/>
                  <a:pt x="226104" y="45567"/>
                  <a:pt x="227590" y="49358"/>
                </a:cubicBezTo>
                <a:lnTo>
                  <a:pt x="35594" y="274805"/>
                </a:lnTo>
                <a:cubicBezTo>
                  <a:pt x="15935" y="274805"/>
                  <a:pt x="0" y="290741"/>
                  <a:pt x="0" y="310400"/>
                </a:cubicBezTo>
                <a:cubicBezTo>
                  <a:pt x="0" y="330060"/>
                  <a:pt x="15935" y="346005"/>
                  <a:pt x="35594" y="346005"/>
                </a:cubicBezTo>
                <a:cubicBezTo>
                  <a:pt x="45358" y="345795"/>
                  <a:pt x="54578" y="341490"/>
                  <a:pt x="60988" y="334136"/>
                </a:cubicBezTo>
                <a:lnTo>
                  <a:pt x="225685" y="376380"/>
                </a:lnTo>
                <a:cubicBezTo>
                  <a:pt x="225571" y="377875"/>
                  <a:pt x="225571" y="379390"/>
                  <a:pt x="225685" y="380885"/>
                </a:cubicBezTo>
                <a:cubicBezTo>
                  <a:pt x="225685" y="407098"/>
                  <a:pt x="246935" y="428348"/>
                  <a:pt x="273148" y="428348"/>
                </a:cubicBezTo>
                <a:cubicBezTo>
                  <a:pt x="299361" y="428348"/>
                  <a:pt x="320611" y="407098"/>
                  <a:pt x="320611" y="380885"/>
                </a:cubicBezTo>
                <a:cubicBezTo>
                  <a:pt x="320744" y="379152"/>
                  <a:pt x="320744" y="377409"/>
                  <a:pt x="320611" y="375666"/>
                </a:cubicBezTo>
                <a:lnTo>
                  <a:pt x="454933" y="315153"/>
                </a:lnTo>
                <a:cubicBezTo>
                  <a:pt x="469611" y="325278"/>
                  <a:pt x="489508" y="322992"/>
                  <a:pt x="501500" y="309800"/>
                </a:cubicBezTo>
                <a:cubicBezTo>
                  <a:pt x="513492" y="296608"/>
                  <a:pt x="513873" y="276586"/>
                  <a:pt x="502405" y="262937"/>
                </a:cubicBezTo>
                <a:lnTo>
                  <a:pt x="526132" y="155200"/>
                </a:lnTo>
                <a:cubicBezTo>
                  <a:pt x="550306" y="153019"/>
                  <a:pt x="568937" y="132949"/>
                  <a:pt x="569328" y="108680"/>
                </a:cubicBezTo>
                <a:moveTo>
                  <a:pt x="294036" y="339356"/>
                </a:moveTo>
                <a:lnTo>
                  <a:pt x="287150" y="336508"/>
                </a:lnTo>
                <a:lnTo>
                  <a:pt x="280749" y="215474"/>
                </a:lnTo>
                <a:lnTo>
                  <a:pt x="368074" y="179641"/>
                </a:lnTo>
                <a:lnTo>
                  <a:pt x="401307" y="220932"/>
                </a:lnTo>
                <a:lnTo>
                  <a:pt x="294036" y="339356"/>
                </a:lnTo>
                <a:moveTo>
                  <a:pt x="232810" y="210492"/>
                </a:moveTo>
                <a:cubicBezTo>
                  <a:pt x="230914" y="207006"/>
                  <a:pt x="228419" y="203873"/>
                  <a:pt x="225447" y="201234"/>
                </a:cubicBezTo>
                <a:lnTo>
                  <a:pt x="251079" y="103698"/>
                </a:lnTo>
                <a:lnTo>
                  <a:pt x="256298" y="200996"/>
                </a:lnTo>
                <a:lnTo>
                  <a:pt x="232810" y="210492"/>
                </a:lnTo>
                <a:moveTo>
                  <a:pt x="273148" y="70713"/>
                </a:moveTo>
                <a:lnTo>
                  <a:pt x="278139" y="68341"/>
                </a:lnTo>
                <a:lnTo>
                  <a:pt x="352653" y="161372"/>
                </a:lnTo>
                <a:lnTo>
                  <a:pt x="279558" y="191747"/>
                </a:lnTo>
                <a:lnTo>
                  <a:pt x="273148" y="70713"/>
                </a:lnTo>
                <a:moveTo>
                  <a:pt x="391810" y="171097"/>
                </a:moveTo>
                <a:lnTo>
                  <a:pt x="481517" y="134073"/>
                </a:lnTo>
                <a:lnTo>
                  <a:pt x="417442" y="204082"/>
                </a:lnTo>
                <a:lnTo>
                  <a:pt x="391810" y="171097"/>
                </a:lnTo>
                <a:moveTo>
                  <a:pt x="376151" y="151876"/>
                </a:moveTo>
                <a:lnTo>
                  <a:pt x="297122" y="54102"/>
                </a:lnTo>
                <a:lnTo>
                  <a:pt x="472973" y="111766"/>
                </a:lnTo>
                <a:lnTo>
                  <a:pt x="376151" y="151876"/>
                </a:lnTo>
                <a:moveTo>
                  <a:pt x="203377" y="191747"/>
                </a:moveTo>
                <a:lnTo>
                  <a:pt x="201482" y="191747"/>
                </a:lnTo>
                <a:cubicBezTo>
                  <a:pt x="181822" y="191747"/>
                  <a:pt x="165887" y="207683"/>
                  <a:pt x="165887" y="227342"/>
                </a:cubicBezTo>
                <a:cubicBezTo>
                  <a:pt x="165935" y="230733"/>
                  <a:pt x="166497" y="234086"/>
                  <a:pt x="167544" y="237315"/>
                </a:cubicBezTo>
                <a:lnTo>
                  <a:pt x="61702" y="280977"/>
                </a:lnTo>
                <a:lnTo>
                  <a:pt x="232810" y="79971"/>
                </a:lnTo>
                <a:lnTo>
                  <a:pt x="203377" y="191747"/>
                </a:lnTo>
                <a:moveTo>
                  <a:pt x="237077" y="234695"/>
                </a:moveTo>
                <a:lnTo>
                  <a:pt x="258203" y="226152"/>
                </a:lnTo>
                <a:lnTo>
                  <a:pt x="263661" y="329155"/>
                </a:lnTo>
                <a:lnTo>
                  <a:pt x="226875" y="252021"/>
                </a:lnTo>
                <a:cubicBezTo>
                  <a:pt x="231914" y="247383"/>
                  <a:pt x="235467" y="241353"/>
                  <a:pt x="237077" y="234695"/>
                </a:cubicBezTo>
                <a:moveTo>
                  <a:pt x="416966" y="240630"/>
                </a:moveTo>
                <a:lnTo>
                  <a:pt x="442598" y="272434"/>
                </a:lnTo>
                <a:cubicBezTo>
                  <a:pt x="440597" y="276920"/>
                  <a:pt x="439550" y="281768"/>
                  <a:pt x="439512" y="286673"/>
                </a:cubicBezTo>
                <a:cubicBezTo>
                  <a:pt x="439502" y="289893"/>
                  <a:pt x="439978" y="293093"/>
                  <a:pt x="440931" y="296160"/>
                </a:cubicBezTo>
                <a:lnTo>
                  <a:pt x="314686" y="352882"/>
                </a:lnTo>
                <a:lnTo>
                  <a:pt x="416966" y="240630"/>
                </a:lnTo>
                <a:moveTo>
                  <a:pt x="474402" y="251079"/>
                </a:moveTo>
                <a:cubicBezTo>
                  <a:pt x="468763" y="251059"/>
                  <a:pt x="463219" y="252450"/>
                  <a:pt x="458257" y="255108"/>
                </a:cubicBezTo>
                <a:lnTo>
                  <a:pt x="432396" y="222837"/>
                </a:lnTo>
                <a:lnTo>
                  <a:pt x="498128" y="149980"/>
                </a:lnTo>
                <a:lnTo>
                  <a:pt x="500738" y="151399"/>
                </a:lnTo>
                <a:lnTo>
                  <a:pt x="478907" y="251545"/>
                </a:lnTo>
                <a:lnTo>
                  <a:pt x="474402" y="251545"/>
                </a:lnTo>
                <a:moveTo>
                  <a:pt x="70961" y="312781"/>
                </a:moveTo>
                <a:lnTo>
                  <a:pt x="70961" y="310400"/>
                </a:lnTo>
                <a:cubicBezTo>
                  <a:pt x="71199" y="307962"/>
                  <a:pt x="71199" y="305495"/>
                  <a:pt x="70961" y="303047"/>
                </a:cubicBezTo>
                <a:lnTo>
                  <a:pt x="182737" y="257003"/>
                </a:lnTo>
                <a:cubicBezTo>
                  <a:pt x="188280" y="260746"/>
                  <a:pt x="194795" y="262804"/>
                  <a:pt x="201482" y="262937"/>
                </a:cubicBezTo>
                <a:lnTo>
                  <a:pt x="205749" y="262937"/>
                </a:lnTo>
                <a:lnTo>
                  <a:pt x="243725" y="344814"/>
                </a:lnTo>
                <a:cubicBezTo>
                  <a:pt x="239820" y="347691"/>
                  <a:pt x="236448" y="351224"/>
                  <a:pt x="233753" y="355253"/>
                </a:cubicBezTo>
                <a:lnTo>
                  <a:pt x="70961" y="312781"/>
                </a:lnTo>
              </a:path>
            </a:pathLst>
          </a:custGeom>
          <a:solidFill>
            <a:srgbClr val="2240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372476" y="3174966"/>
            <a:ext cx="559984" cy="562441"/>
          </a:xfrm>
          <a:custGeom>
            <a:avLst/>
            <a:gdLst/>
            <a:ahLst/>
            <a:cxnLst/>
            <a:rect l="0" t="0" r="0" b="0"/>
            <a:pathLst>
              <a:path w="559984" h="562441">
                <a:moveTo>
                  <a:pt x="80076" y="78838"/>
                </a:moveTo>
                <a:cubicBezTo>
                  <a:pt x="34956" y="78838"/>
                  <a:pt x="3419" y="57950"/>
                  <a:pt x="3419" y="39443"/>
                </a:cubicBezTo>
                <a:cubicBezTo>
                  <a:pt x="3419" y="20907"/>
                  <a:pt x="34956" y="0"/>
                  <a:pt x="80076" y="0"/>
                </a:cubicBezTo>
                <a:cubicBezTo>
                  <a:pt x="125215" y="0"/>
                  <a:pt x="156543" y="20888"/>
                  <a:pt x="156543" y="39423"/>
                </a:cubicBezTo>
                <a:cubicBezTo>
                  <a:pt x="156543" y="57931"/>
                  <a:pt x="125215" y="78809"/>
                  <a:pt x="80076" y="78809"/>
                </a:cubicBezTo>
                <a:moveTo>
                  <a:pt x="156543" y="93602"/>
                </a:moveTo>
                <a:cubicBezTo>
                  <a:pt x="156505" y="91830"/>
                  <a:pt x="155533" y="90220"/>
                  <a:pt x="153981" y="89363"/>
                </a:cubicBezTo>
                <a:cubicBezTo>
                  <a:pt x="152438" y="88515"/>
                  <a:pt x="150552" y="88553"/>
                  <a:pt x="149037" y="89468"/>
                </a:cubicBezTo>
                <a:cubicBezTo>
                  <a:pt x="128111" y="101593"/>
                  <a:pt x="104251" y="107727"/>
                  <a:pt x="80076" y="107194"/>
                </a:cubicBezTo>
                <a:cubicBezTo>
                  <a:pt x="55892" y="107756"/>
                  <a:pt x="32023" y="101622"/>
                  <a:pt x="11115" y="89468"/>
                </a:cubicBezTo>
                <a:cubicBezTo>
                  <a:pt x="9515" y="88592"/>
                  <a:pt x="7581" y="88592"/>
                  <a:pt x="5981" y="89468"/>
                </a:cubicBezTo>
                <a:cubicBezTo>
                  <a:pt x="4429" y="90363"/>
                  <a:pt x="3457" y="92011"/>
                  <a:pt x="3419" y="93811"/>
                </a:cubicBezTo>
                <a:lnTo>
                  <a:pt x="3419" y="157648"/>
                </a:lnTo>
                <a:cubicBezTo>
                  <a:pt x="3419" y="176164"/>
                  <a:pt x="34956" y="197043"/>
                  <a:pt x="80076" y="197043"/>
                </a:cubicBezTo>
                <a:cubicBezTo>
                  <a:pt x="125215" y="197043"/>
                  <a:pt x="156543" y="177345"/>
                  <a:pt x="156543" y="157648"/>
                </a:cubicBezTo>
                <a:lnTo>
                  <a:pt x="156543" y="93602"/>
                </a:lnTo>
                <a:moveTo>
                  <a:pt x="79981" y="228819"/>
                </a:moveTo>
                <a:cubicBezTo>
                  <a:pt x="66875" y="228819"/>
                  <a:pt x="56245" y="239448"/>
                  <a:pt x="56245" y="252555"/>
                </a:cubicBezTo>
                <a:lnTo>
                  <a:pt x="56245" y="297380"/>
                </a:lnTo>
                <a:cubicBezTo>
                  <a:pt x="56245" y="304514"/>
                  <a:pt x="59455" y="311267"/>
                  <a:pt x="64979" y="315772"/>
                </a:cubicBezTo>
                <a:lnTo>
                  <a:pt x="109004" y="351634"/>
                </a:lnTo>
                <a:cubicBezTo>
                  <a:pt x="119157" y="359921"/>
                  <a:pt x="134111" y="358397"/>
                  <a:pt x="142398" y="348243"/>
                </a:cubicBezTo>
                <a:cubicBezTo>
                  <a:pt x="150675" y="338080"/>
                  <a:pt x="149161" y="323135"/>
                  <a:pt x="138998" y="314848"/>
                </a:cubicBezTo>
                <a:lnTo>
                  <a:pt x="103708" y="286111"/>
                </a:lnTo>
                <a:lnTo>
                  <a:pt x="103708" y="252555"/>
                </a:lnTo>
                <a:cubicBezTo>
                  <a:pt x="103708" y="239448"/>
                  <a:pt x="93087" y="228819"/>
                  <a:pt x="79981" y="228819"/>
                </a:cubicBezTo>
                <a:moveTo>
                  <a:pt x="483422" y="228819"/>
                </a:moveTo>
                <a:cubicBezTo>
                  <a:pt x="496528" y="228819"/>
                  <a:pt x="507149" y="239448"/>
                  <a:pt x="507149" y="252555"/>
                </a:cubicBezTo>
                <a:lnTo>
                  <a:pt x="507149" y="297380"/>
                </a:lnTo>
                <a:cubicBezTo>
                  <a:pt x="507149" y="304514"/>
                  <a:pt x="503948" y="311267"/>
                  <a:pt x="498414" y="315772"/>
                </a:cubicBezTo>
                <a:lnTo>
                  <a:pt x="454399" y="351634"/>
                </a:lnTo>
                <a:cubicBezTo>
                  <a:pt x="444217" y="359530"/>
                  <a:pt x="429596" y="357863"/>
                  <a:pt x="421452" y="347872"/>
                </a:cubicBezTo>
                <a:cubicBezTo>
                  <a:pt x="413318" y="337880"/>
                  <a:pt x="414632" y="323230"/>
                  <a:pt x="424424" y="314848"/>
                </a:cubicBezTo>
                <a:lnTo>
                  <a:pt x="459686" y="286111"/>
                </a:lnTo>
                <a:lnTo>
                  <a:pt x="459686" y="252555"/>
                </a:lnTo>
                <a:cubicBezTo>
                  <a:pt x="459686" y="239448"/>
                  <a:pt x="470315" y="228819"/>
                  <a:pt x="483422" y="228819"/>
                </a:cubicBezTo>
                <a:moveTo>
                  <a:pt x="304247" y="252555"/>
                </a:moveTo>
                <a:cubicBezTo>
                  <a:pt x="304247" y="239448"/>
                  <a:pt x="293617" y="228819"/>
                  <a:pt x="280511" y="228819"/>
                </a:cubicBezTo>
                <a:cubicBezTo>
                  <a:pt x="267404" y="228819"/>
                  <a:pt x="256784" y="239448"/>
                  <a:pt x="256784" y="252555"/>
                </a:cubicBezTo>
                <a:lnTo>
                  <a:pt x="256784" y="287607"/>
                </a:lnTo>
                <a:cubicBezTo>
                  <a:pt x="256784" y="300713"/>
                  <a:pt x="267404" y="311334"/>
                  <a:pt x="280511" y="311334"/>
                </a:cubicBezTo>
                <a:cubicBezTo>
                  <a:pt x="293617" y="311334"/>
                  <a:pt x="304247" y="300713"/>
                  <a:pt x="304247" y="287607"/>
                </a:cubicBezTo>
                <a:lnTo>
                  <a:pt x="304247" y="252555"/>
                </a:lnTo>
                <a:moveTo>
                  <a:pt x="356358" y="91154"/>
                </a:moveTo>
                <a:cubicBezTo>
                  <a:pt x="356806" y="91897"/>
                  <a:pt x="357054" y="92735"/>
                  <a:pt x="357073" y="93602"/>
                </a:cubicBezTo>
                <a:lnTo>
                  <a:pt x="357073" y="157676"/>
                </a:lnTo>
                <a:cubicBezTo>
                  <a:pt x="357073" y="177374"/>
                  <a:pt x="325745" y="197072"/>
                  <a:pt x="280606" y="197072"/>
                </a:cubicBezTo>
                <a:cubicBezTo>
                  <a:pt x="235496" y="197072"/>
                  <a:pt x="203958" y="176183"/>
                  <a:pt x="203958" y="157676"/>
                </a:cubicBezTo>
                <a:lnTo>
                  <a:pt x="203958" y="93792"/>
                </a:lnTo>
                <a:cubicBezTo>
                  <a:pt x="203987" y="91992"/>
                  <a:pt x="204958" y="90344"/>
                  <a:pt x="206521" y="89449"/>
                </a:cubicBezTo>
                <a:cubicBezTo>
                  <a:pt x="208111" y="88563"/>
                  <a:pt x="210045" y="88563"/>
                  <a:pt x="211645" y="89449"/>
                </a:cubicBezTo>
                <a:cubicBezTo>
                  <a:pt x="232562" y="101593"/>
                  <a:pt x="256422" y="107737"/>
                  <a:pt x="280606" y="107175"/>
                </a:cubicBezTo>
                <a:cubicBezTo>
                  <a:pt x="304790" y="107699"/>
                  <a:pt x="328650" y="101565"/>
                  <a:pt x="349577" y="89449"/>
                </a:cubicBezTo>
                <a:cubicBezTo>
                  <a:pt x="350691" y="88763"/>
                  <a:pt x="352034" y="88553"/>
                  <a:pt x="353310" y="88868"/>
                </a:cubicBezTo>
                <a:cubicBezTo>
                  <a:pt x="354587" y="89182"/>
                  <a:pt x="355682" y="89982"/>
                  <a:pt x="356358" y="91106"/>
                </a:cubicBezTo>
                <a:moveTo>
                  <a:pt x="559984" y="93602"/>
                </a:moveTo>
                <a:cubicBezTo>
                  <a:pt x="559946" y="91830"/>
                  <a:pt x="558974" y="90220"/>
                  <a:pt x="557422" y="89363"/>
                </a:cubicBezTo>
                <a:cubicBezTo>
                  <a:pt x="555878" y="88515"/>
                  <a:pt x="553993" y="88553"/>
                  <a:pt x="552478" y="89468"/>
                </a:cubicBezTo>
                <a:cubicBezTo>
                  <a:pt x="531552" y="101593"/>
                  <a:pt x="507692" y="107727"/>
                  <a:pt x="483517" y="107194"/>
                </a:cubicBezTo>
                <a:cubicBezTo>
                  <a:pt x="459333" y="107756"/>
                  <a:pt x="435463" y="101622"/>
                  <a:pt x="414547" y="89468"/>
                </a:cubicBezTo>
                <a:cubicBezTo>
                  <a:pt x="412956" y="88592"/>
                  <a:pt x="411022" y="88592"/>
                  <a:pt x="409422" y="89468"/>
                </a:cubicBezTo>
                <a:cubicBezTo>
                  <a:pt x="407870" y="90363"/>
                  <a:pt x="406898" y="92011"/>
                  <a:pt x="406860" y="93811"/>
                </a:cubicBezTo>
                <a:lnTo>
                  <a:pt x="406860" y="157648"/>
                </a:lnTo>
                <a:cubicBezTo>
                  <a:pt x="406860" y="176164"/>
                  <a:pt x="438397" y="197043"/>
                  <a:pt x="483517" y="197043"/>
                </a:cubicBezTo>
                <a:cubicBezTo>
                  <a:pt x="528656" y="197043"/>
                  <a:pt x="559984" y="177345"/>
                  <a:pt x="559984" y="157648"/>
                </a:cubicBezTo>
                <a:lnTo>
                  <a:pt x="559984" y="93602"/>
                </a:lnTo>
                <a:moveTo>
                  <a:pt x="406860" y="39423"/>
                </a:moveTo>
                <a:cubicBezTo>
                  <a:pt x="406860" y="57931"/>
                  <a:pt x="438397" y="78809"/>
                  <a:pt x="483517" y="78809"/>
                </a:cubicBezTo>
                <a:cubicBezTo>
                  <a:pt x="528656" y="78809"/>
                  <a:pt x="559984" y="57931"/>
                  <a:pt x="559984" y="39423"/>
                </a:cubicBezTo>
                <a:cubicBezTo>
                  <a:pt x="559984" y="20907"/>
                  <a:pt x="528656" y="28"/>
                  <a:pt x="483517" y="28"/>
                </a:cubicBezTo>
                <a:cubicBezTo>
                  <a:pt x="438397" y="28"/>
                  <a:pt x="406860" y="20907"/>
                  <a:pt x="406860" y="39423"/>
                </a:cubicBezTo>
                <a:moveTo>
                  <a:pt x="280606" y="78809"/>
                </a:moveTo>
                <a:cubicBezTo>
                  <a:pt x="235496" y="78809"/>
                  <a:pt x="203958" y="57931"/>
                  <a:pt x="203958" y="39423"/>
                </a:cubicBezTo>
                <a:cubicBezTo>
                  <a:pt x="203958" y="20907"/>
                  <a:pt x="235496" y="28"/>
                  <a:pt x="280606" y="28"/>
                </a:cubicBezTo>
                <a:cubicBezTo>
                  <a:pt x="325745" y="28"/>
                  <a:pt x="357073" y="20907"/>
                  <a:pt x="357073" y="39423"/>
                </a:cubicBezTo>
                <a:cubicBezTo>
                  <a:pt x="357073" y="57931"/>
                  <a:pt x="325745" y="78809"/>
                  <a:pt x="280606" y="78809"/>
                </a:cubicBezTo>
                <a:moveTo>
                  <a:pt x="111547" y="487994"/>
                </a:moveTo>
                <a:cubicBezTo>
                  <a:pt x="74352" y="524665"/>
                  <a:pt x="37195" y="524665"/>
                  <a:pt x="0" y="524665"/>
                </a:cubicBezTo>
                <a:lnTo>
                  <a:pt x="0" y="562441"/>
                </a:lnTo>
                <a:lnTo>
                  <a:pt x="559955" y="562441"/>
                </a:lnTo>
                <a:lnTo>
                  <a:pt x="559955" y="524636"/>
                </a:lnTo>
                <a:cubicBezTo>
                  <a:pt x="522789" y="524636"/>
                  <a:pt x="485632" y="524636"/>
                  <a:pt x="448465" y="487946"/>
                </a:cubicBezTo>
                <a:cubicBezTo>
                  <a:pt x="411299" y="524636"/>
                  <a:pt x="374132" y="524636"/>
                  <a:pt x="364216" y="524636"/>
                </a:cubicBezTo>
                <a:cubicBezTo>
                  <a:pt x="354291" y="524636"/>
                  <a:pt x="317134" y="524636"/>
                  <a:pt x="279968" y="487946"/>
                </a:cubicBezTo>
                <a:cubicBezTo>
                  <a:pt x="242801" y="524636"/>
                  <a:pt x="205644" y="524636"/>
                  <a:pt x="195719" y="524636"/>
                </a:cubicBezTo>
                <a:cubicBezTo>
                  <a:pt x="185823" y="524636"/>
                  <a:pt x="148656" y="524636"/>
                  <a:pt x="111471" y="487946"/>
                </a:cubicBezTo>
                <a:moveTo>
                  <a:pt x="171373" y="478269"/>
                </a:moveTo>
                <a:cubicBezTo>
                  <a:pt x="171326" y="471239"/>
                  <a:pt x="168954" y="466572"/>
                  <a:pt x="164249" y="461867"/>
                </a:cubicBezTo>
                <a:lnTo>
                  <a:pt x="152390" y="449999"/>
                </a:lnTo>
                <a:cubicBezTo>
                  <a:pt x="145265" y="442883"/>
                  <a:pt x="142894" y="433387"/>
                  <a:pt x="147637" y="423900"/>
                </a:cubicBezTo>
                <a:cubicBezTo>
                  <a:pt x="152390" y="414404"/>
                  <a:pt x="159505" y="409660"/>
                  <a:pt x="171373" y="409660"/>
                </a:cubicBezTo>
                <a:lnTo>
                  <a:pt x="187985" y="409660"/>
                </a:lnTo>
                <a:cubicBezTo>
                  <a:pt x="195100" y="409660"/>
                  <a:pt x="199853" y="407288"/>
                  <a:pt x="204596" y="402536"/>
                </a:cubicBezTo>
                <a:cubicBezTo>
                  <a:pt x="209340" y="397792"/>
                  <a:pt x="211712" y="390677"/>
                  <a:pt x="211712" y="385924"/>
                </a:cubicBezTo>
                <a:lnTo>
                  <a:pt x="211712" y="369312"/>
                </a:lnTo>
                <a:cubicBezTo>
                  <a:pt x="211712" y="359825"/>
                  <a:pt x="216465" y="350329"/>
                  <a:pt x="225952" y="345586"/>
                </a:cubicBezTo>
                <a:cubicBezTo>
                  <a:pt x="235448" y="340833"/>
                  <a:pt x="244944" y="343214"/>
                  <a:pt x="252060" y="350329"/>
                </a:cubicBezTo>
                <a:lnTo>
                  <a:pt x="263928" y="362197"/>
                </a:lnTo>
                <a:cubicBezTo>
                  <a:pt x="268671" y="366941"/>
                  <a:pt x="273415" y="369312"/>
                  <a:pt x="280539" y="369312"/>
                </a:cubicBezTo>
                <a:cubicBezTo>
                  <a:pt x="287654" y="369312"/>
                  <a:pt x="292407" y="366941"/>
                  <a:pt x="297151" y="362197"/>
                </a:cubicBezTo>
                <a:lnTo>
                  <a:pt x="309019" y="350329"/>
                </a:lnTo>
                <a:cubicBezTo>
                  <a:pt x="316134" y="343214"/>
                  <a:pt x="325631" y="340833"/>
                  <a:pt x="335118" y="345586"/>
                </a:cubicBezTo>
                <a:cubicBezTo>
                  <a:pt x="344614" y="350329"/>
                  <a:pt x="349357" y="357444"/>
                  <a:pt x="349357" y="369312"/>
                </a:cubicBezTo>
                <a:lnTo>
                  <a:pt x="349357" y="385924"/>
                </a:lnTo>
                <a:cubicBezTo>
                  <a:pt x="349357" y="393049"/>
                  <a:pt x="351729" y="397792"/>
                  <a:pt x="356482" y="402536"/>
                </a:cubicBezTo>
                <a:cubicBezTo>
                  <a:pt x="361226" y="407288"/>
                  <a:pt x="368341" y="409660"/>
                  <a:pt x="373094" y="409660"/>
                </a:cubicBezTo>
                <a:lnTo>
                  <a:pt x="389705" y="409660"/>
                </a:lnTo>
                <a:cubicBezTo>
                  <a:pt x="399192" y="409660"/>
                  <a:pt x="408689" y="414404"/>
                  <a:pt x="413432" y="423900"/>
                </a:cubicBezTo>
                <a:cubicBezTo>
                  <a:pt x="418185" y="433387"/>
                  <a:pt x="415804" y="442883"/>
                  <a:pt x="408689" y="449999"/>
                </a:cubicBezTo>
                <a:lnTo>
                  <a:pt x="392077" y="461867"/>
                </a:lnTo>
                <a:cubicBezTo>
                  <a:pt x="387381" y="466572"/>
                  <a:pt x="385000" y="471268"/>
                  <a:pt x="384962" y="478240"/>
                </a:cubicBezTo>
                <a:cubicBezTo>
                  <a:pt x="384962" y="480212"/>
                  <a:pt x="385171" y="481993"/>
                  <a:pt x="385552" y="483650"/>
                </a:cubicBezTo>
                <a:cubicBezTo>
                  <a:pt x="372446" y="489108"/>
                  <a:pt x="362226" y="489108"/>
                  <a:pt x="358311" y="489108"/>
                </a:cubicBezTo>
                <a:cubicBezTo>
                  <a:pt x="352986" y="489108"/>
                  <a:pt x="339680" y="489108"/>
                  <a:pt x="323211" y="480240"/>
                </a:cubicBezTo>
                <a:cubicBezTo>
                  <a:pt x="323688" y="467982"/>
                  <a:pt x="319163" y="456066"/>
                  <a:pt x="310657" y="447217"/>
                </a:cubicBezTo>
                <a:cubicBezTo>
                  <a:pt x="302161" y="438378"/>
                  <a:pt x="290426" y="433387"/>
                  <a:pt x="278168" y="433387"/>
                </a:cubicBezTo>
                <a:cubicBezTo>
                  <a:pt x="252726" y="433387"/>
                  <a:pt x="234019" y="453685"/>
                  <a:pt x="233095" y="476697"/>
                </a:cubicBezTo>
                <a:cubicBezTo>
                  <a:pt x="213921" y="489108"/>
                  <a:pt x="197900" y="489089"/>
                  <a:pt x="192757" y="489089"/>
                </a:cubicBezTo>
                <a:cubicBezTo>
                  <a:pt x="188671" y="489089"/>
                  <a:pt x="180670" y="489089"/>
                  <a:pt x="170211" y="485670"/>
                </a:cubicBezTo>
                <a:cubicBezTo>
                  <a:pt x="171002" y="483279"/>
                  <a:pt x="171392" y="480764"/>
                  <a:pt x="171373" y="478240"/>
                </a:cubicBezTo>
              </a:path>
            </a:pathLst>
          </a:custGeom>
          <a:solidFill>
            <a:srgbClr val="2240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-24084" y="371475"/>
            <a:ext cx="9192167" cy="4000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3100" b="1">
                <a:solidFill>
                  <a:srgbClr val="22403B"/>
                </a:solidFill>
                <a:latin typeface="Roboto Slab"/>
              </a:rPr>
              <a:t>Journey to Machine Learning Intelligence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95101" y="2316750"/>
            <a:ext cx="1876596" cy="21358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300" b="1">
                <a:solidFill>
                  <a:srgbClr val="22403B"/>
                </a:solidFill>
                <a:latin typeface="Roboto Slab"/>
              </a:rPr>
              <a:t>Data to Intelligence</a:t>
            </a:r>
          </a:p>
        </p:txBody>
      </p:sp>
      <p:grpSp>
        <p:nvGrpSpPr>
          <p:cNvPr id="18" name="Group 17"/>
          <p:cNvGrpSpPr/>
          <p:nvPr/>
        </p:nvGrpSpPr>
        <p:grpSpPr>
          <a:xfrm>
            <a:off x="5153897" y="2886315"/>
            <a:ext cx="972073" cy="427157"/>
            <a:chOff x="5153897" y="2886315"/>
            <a:chExt cx="972073" cy="427157"/>
          </a:xfrm>
        </p:grpSpPr>
        <p:sp>
          <p:nvSpPr>
            <p:cNvPr id="16" name="TextBox 15"/>
            <p:cNvSpPr txBox="1"/>
            <p:nvPr/>
          </p:nvSpPr>
          <p:spPr>
            <a:xfrm>
              <a:off x="5080992" y="2886315"/>
              <a:ext cx="1117883" cy="2135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300" b="1">
                  <a:solidFill>
                    <a:srgbClr val="22403B"/>
                  </a:solidFill>
                  <a:latin typeface="Roboto Slab"/>
                </a:rPr>
                <a:t>Innovation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5080992" y="3099865"/>
              <a:ext cx="1117883" cy="2136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300" b="1">
                  <a:solidFill>
                    <a:srgbClr val="22403B"/>
                  </a:solidFill>
                  <a:latin typeface="Roboto Slab"/>
                </a:rPr>
                <a:t>Potential</a:t>
              </a: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3032288" y="3455876"/>
            <a:ext cx="1228353" cy="427157"/>
            <a:chOff x="3032288" y="3455876"/>
            <a:chExt cx="1228353" cy="427157"/>
          </a:xfrm>
        </p:grpSpPr>
        <p:sp>
          <p:nvSpPr>
            <p:cNvPr id="19" name="TextBox 18"/>
            <p:cNvSpPr txBox="1"/>
            <p:nvPr/>
          </p:nvSpPr>
          <p:spPr>
            <a:xfrm>
              <a:off x="2940162" y="3455876"/>
              <a:ext cx="1412605" cy="2135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300" b="1">
                  <a:solidFill>
                    <a:srgbClr val="22403B"/>
                  </a:solidFill>
                  <a:latin typeface="Roboto Slab"/>
                </a:rPr>
                <a:t>Algorithm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2940162" y="3669426"/>
              <a:ext cx="1412605" cy="2136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300" b="1">
                  <a:solidFill>
                    <a:srgbClr val="22403B"/>
                  </a:solidFill>
                  <a:latin typeface="Roboto Slab"/>
                </a:rPr>
                <a:t>Sophistication</a:t>
              </a:r>
            </a:p>
          </p:txBody>
        </p:sp>
      </p:grpSp>
      <p:sp>
        <p:nvSpPr>
          <p:cNvPr id="22" name="TextBox 21"/>
          <p:cNvSpPr txBox="1"/>
          <p:nvPr/>
        </p:nvSpPr>
        <p:spPr>
          <a:xfrm>
            <a:off x="1044970" y="4025441"/>
            <a:ext cx="1216041" cy="21358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300" b="1">
                <a:solidFill>
                  <a:srgbClr val="22403B"/>
                </a:solidFill>
                <a:latin typeface="Roboto Slab"/>
              </a:rPr>
              <a:t>Data Growth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886700" y="4829136"/>
            <a:ext cx="1025290" cy="114677"/>
          </a:xfrm>
          <a:custGeom>
            <a:avLst/>
            <a:gdLst/>
            <a:ahLst/>
            <a:cxnLst/>
            <a:rect l="0" t="0" r="0" b="0"/>
            <a:pathLst>
              <a:path w="1025290" h="114677">
                <a:moveTo>
                  <a:pt x="583720" y="112024"/>
                </a:moveTo>
                <a:cubicBezTo>
                  <a:pt x="584031" y="113167"/>
                  <a:pt x="584928" y="114062"/>
                  <a:pt x="586072" y="114370"/>
                </a:cubicBezTo>
                <a:cubicBezTo>
                  <a:pt x="587216" y="114677"/>
                  <a:pt x="588441" y="114353"/>
                  <a:pt x="589283" y="113519"/>
                </a:cubicBezTo>
                <a:lnTo>
                  <a:pt x="638841" y="64551"/>
                </a:lnTo>
                <a:lnTo>
                  <a:pt x="579948" y="98108"/>
                </a:lnTo>
                <a:close/>
                <a:moveTo>
                  <a:pt x="562613" y="581"/>
                </a:moveTo>
                <a:cubicBezTo>
                  <a:pt x="561581" y="0"/>
                  <a:pt x="560315" y="9"/>
                  <a:pt x="559293" y="606"/>
                </a:cubicBezTo>
                <a:cubicBezTo>
                  <a:pt x="558270" y="1204"/>
                  <a:pt x="557640" y="2302"/>
                  <a:pt x="557641" y="3486"/>
                </a:cubicBezTo>
                <a:lnTo>
                  <a:pt x="557641" y="33119"/>
                </a:lnTo>
                <a:lnTo>
                  <a:pt x="588845" y="15326"/>
                </a:lnTo>
                <a:close/>
                <a:moveTo>
                  <a:pt x="598122" y="20631"/>
                </a:moveTo>
                <a:lnTo>
                  <a:pt x="557641" y="43692"/>
                </a:lnTo>
                <a:lnTo>
                  <a:pt x="557641" y="66980"/>
                </a:lnTo>
                <a:lnTo>
                  <a:pt x="618515" y="32271"/>
                </a:lnTo>
                <a:close/>
                <a:moveTo>
                  <a:pt x="642966" y="52093"/>
                </a:moveTo>
                <a:cubicBezTo>
                  <a:pt x="644009" y="51501"/>
                  <a:pt x="644656" y="50391"/>
                  <a:pt x="644656" y="49192"/>
                </a:cubicBezTo>
                <a:cubicBezTo>
                  <a:pt x="644656" y="47993"/>
                  <a:pt x="644009" y="46883"/>
                  <a:pt x="642966" y="46292"/>
                </a:cubicBezTo>
                <a:lnTo>
                  <a:pt x="627802" y="37719"/>
                </a:lnTo>
                <a:lnTo>
                  <a:pt x="557650" y="77715"/>
                </a:lnTo>
                <a:lnTo>
                  <a:pt x="557650" y="94688"/>
                </a:lnTo>
                <a:cubicBezTo>
                  <a:pt x="557648" y="95875"/>
                  <a:pt x="558279" y="96977"/>
                  <a:pt x="559304" y="97575"/>
                </a:cubicBezTo>
                <a:cubicBezTo>
                  <a:pt x="560330" y="98173"/>
                  <a:pt x="561600" y="98180"/>
                  <a:pt x="562632" y="97593"/>
                </a:cubicBezTo>
                <a:lnTo>
                  <a:pt x="642975" y="52093"/>
                </a:lnTo>
                <a:close/>
                <a:moveTo>
                  <a:pt x="386162" y="14450"/>
                </a:moveTo>
                <a:cubicBezTo>
                  <a:pt x="386162" y="10325"/>
                  <a:pt x="389543" y="6992"/>
                  <a:pt x="393706" y="6992"/>
                </a:cubicBezTo>
                <a:cubicBezTo>
                  <a:pt x="397868" y="6992"/>
                  <a:pt x="401250" y="10325"/>
                  <a:pt x="401250" y="14450"/>
                </a:cubicBezTo>
                <a:cubicBezTo>
                  <a:pt x="401250" y="18574"/>
                  <a:pt x="397868" y="21908"/>
                  <a:pt x="393706" y="21908"/>
                </a:cubicBezTo>
                <a:cubicBezTo>
                  <a:pt x="389543" y="21908"/>
                  <a:pt x="386162" y="18574"/>
                  <a:pt x="386162" y="14450"/>
                </a:cubicBezTo>
                <a:close/>
                <a:moveTo>
                  <a:pt x="949766" y="14450"/>
                </a:moveTo>
                <a:cubicBezTo>
                  <a:pt x="949766" y="10325"/>
                  <a:pt x="953147" y="6992"/>
                  <a:pt x="957310" y="6992"/>
                </a:cubicBezTo>
                <a:cubicBezTo>
                  <a:pt x="961472" y="6992"/>
                  <a:pt x="964853" y="10325"/>
                  <a:pt x="964853" y="14450"/>
                </a:cubicBezTo>
                <a:cubicBezTo>
                  <a:pt x="964853" y="18574"/>
                  <a:pt x="961472" y="21908"/>
                  <a:pt x="957310" y="21908"/>
                </a:cubicBezTo>
                <a:cubicBezTo>
                  <a:pt x="953147" y="21908"/>
                  <a:pt x="949766" y="18574"/>
                  <a:pt x="949766" y="14450"/>
                </a:cubicBezTo>
                <a:close/>
                <a:moveTo>
                  <a:pt x="131083" y="87183"/>
                </a:moveTo>
                <a:lnTo>
                  <a:pt x="118986" y="87183"/>
                </a:lnTo>
                <a:lnTo>
                  <a:pt x="118986" y="82544"/>
                </a:lnTo>
                <a:cubicBezTo>
                  <a:pt x="116357" y="84459"/>
                  <a:pt x="110756" y="88345"/>
                  <a:pt x="101069" y="88345"/>
                </a:cubicBezTo>
                <a:cubicBezTo>
                  <a:pt x="89620" y="88345"/>
                  <a:pt x="79409" y="80782"/>
                  <a:pt x="80714" y="68552"/>
                </a:cubicBezTo>
                <a:cubicBezTo>
                  <a:pt x="81838" y="58017"/>
                  <a:pt x="91697" y="53464"/>
                  <a:pt x="98317" y="52102"/>
                </a:cubicBezTo>
                <a:lnTo>
                  <a:pt x="118986" y="48816"/>
                </a:lnTo>
                <a:cubicBezTo>
                  <a:pt x="118986" y="43682"/>
                  <a:pt x="116224" y="39710"/>
                  <a:pt x="108851" y="39234"/>
                </a:cubicBezTo>
                <a:cubicBezTo>
                  <a:pt x="101479" y="38758"/>
                  <a:pt x="97326" y="42139"/>
                  <a:pt x="93887" y="48921"/>
                </a:cubicBezTo>
                <a:lnTo>
                  <a:pt x="83181" y="43158"/>
                </a:lnTo>
                <a:cubicBezTo>
                  <a:pt x="94783" y="18098"/>
                  <a:pt x="131083" y="26356"/>
                  <a:pt x="131083" y="47101"/>
                </a:cubicBezTo>
                <a:lnTo>
                  <a:pt x="131083" y="87173"/>
                </a:lnTo>
                <a:close/>
                <a:moveTo>
                  <a:pt x="118986" y="59941"/>
                </a:moveTo>
                <a:lnTo>
                  <a:pt x="101688" y="62770"/>
                </a:lnTo>
                <a:cubicBezTo>
                  <a:pt x="97450" y="63789"/>
                  <a:pt x="92592" y="66037"/>
                  <a:pt x="93059" y="71324"/>
                </a:cubicBezTo>
                <a:cubicBezTo>
                  <a:pt x="93649" y="77934"/>
                  <a:pt x="105594" y="78610"/>
                  <a:pt x="111185" y="75086"/>
                </a:cubicBezTo>
                <a:cubicBezTo>
                  <a:pt x="118395" y="70533"/>
                  <a:pt x="119043" y="63713"/>
                  <a:pt x="118986" y="59941"/>
                </a:cubicBezTo>
                <a:close/>
                <a:moveTo>
                  <a:pt x="811091" y="87183"/>
                </a:moveTo>
                <a:lnTo>
                  <a:pt x="798995" y="87183"/>
                </a:lnTo>
                <a:lnTo>
                  <a:pt x="798995" y="82544"/>
                </a:lnTo>
                <a:cubicBezTo>
                  <a:pt x="796366" y="84459"/>
                  <a:pt x="790765" y="88345"/>
                  <a:pt x="781078" y="88345"/>
                </a:cubicBezTo>
                <a:cubicBezTo>
                  <a:pt x="769629" y="88345"/>
                  <a:pt x="759418" y="80782"/>
                  <a:pt x="760723" y="68552"/>
                </a:cubicBezTo>
                <a:cubicBezTo>
                  <a:pt x="761847" y="58017"/>
                  <a:pt x="771705" y="53464"/>
                  <a:pt x="778325" y="52102"/>
                </a:cubicBezTo>
                <a:lnTo>
                  <a:pt x="798995" y="48816"/>
                </a:lnTo>
                <a:cubicBezTo>
                  <a:pt x="798995" y="43682"/>
                  <a:pt x="796232" y="39710"/>
                  <a:pt x="788860" y="39234"/>
                </a:cubicBezTo>
                <a:cubicBezTo>
                  <a:pt x="781488" y="38758"/>
                  <a:pt x="777335" y="42139"/>
                  <a:pt x="773896" y="48921"/>
                </a:cubicBezTo>
                <a:lnTo>
                  <a:pt x="763190" y="43158"/>
                </a:lnTo>
                <a:cubicBezTo>
                  <a:pt x="774792" y="18098"/>
                  <a:pt x="811091" y="26356"/>
                  <a:pt x="811091" y="47101"/>
                </a:cubicBezTo>
                <a:lnTo>
                  <a:pt x="811091" y="87173"/>
                </a:lnTo>
                <a:close/>
                <a:moveTo>
                  <a:pt x="798995" y="59941"/>
                </a:moveTo>
                <a:lnTo>
                  <a:pt x="798985" y="59941"/>
                </a:lnTo>
                <a:lnTo>
                  <a:pt x="781688" y="62770"/>
                </a:lnTo>
                <a:cubicBezTo>
                  <a:pt x="777449" y="63789"/>
                  <a:pt x="772591" y="66037"/>
                  <a:pt x="773058" y="71324"/>
                </a:cubicBezTo>
                <a:cubicBezTo>
                  <a:pt x="773649" y="77934"/>
                  <a:pt x="785593" y="78610"/>
                  <a:pt x="791184" y="75086"/>
                </a:cubicBezTo>
                <a:cubicBezTo>
                  <a:pt x="798404" y="70533"/>
                  <a:pt x="799052" y="63713"/>
                  <a:pt x="798995" y="59941"/>
                </a:cubicBezTo>
                <a:close/>
                <a:moveTo>
                  <a:pt x="905789" y="87183"/>
                </a:moveTo>
                <a:lnTo>
                  <a:pt x="893921" y="87183"/>
                </a:lnTo>
                <a:lnTo>
                  <a:pt x="893921" y="6696"/>
                </a:lnTo>
                <a:lnTo>
                  <a:pt x="905789" y="6696"/>
                </a:lnTo>
                <a:lnTo>
                  <a:pt x="905789" y="53321"/>
                </a:lnTo>
                <a:lnTo>
                  <a:pt x="931316" y="28947"/>
                </a:lnTo>
                <a:lnTo>
                  <a:pt x="947870" y="28947"/>
                </a:lnTo>
                <a:lnTo>
                  <a:pt x="922791" y="53093"/>
                </a:lnTo>
                <a:lnTo>
                  <a:pt x="948651" y="87173"/>
                </a:lnTo>
                <a:lnTo>
                  <a:pt x="933830" y="87173"/>
                </a:lnTo>
                <a:lnTo>
                  <a:pt x="914047" y="61389"/>
                </a:lnTo>
                <a:lnTo>
                  <a:pt x="905789" y="69428"/>
                </a:lnTo>
                <a:lnTo>
                  <a:pt x="905789" y="87173"/>
                </a:lnTo>
                <a:close/>
                <a:moveTo>
                  <a:pt x="963444" y="28947"/>
                </a:moveTo>
                <a:lnTo>
                  <a:pt x="951490" y="28947"/>
                </a:lnTo>
                <a:lnTo>
                  <a:pt x="951490" y="87173"/>
                </a:lnTo>
                <a:lnTo>
                  <a:pt x="963444" y="87173"/>
                </a:lnTo>
                <a:close/>
                <a:moveTo>
                  <a:pt x="399564" y="28947"/>
                </a:moveTo>
                <a:lnTo>
                  <a:pt x="387610" y="28947"/>
                </a:lnTo>
                <a:lnTo>
                  <a:pt x="387610" y="87173"/>
                </a:lnTo>
                <a:lnTo>
                  <a:pt x="399564" y="87173"/>
                </a:lnTo>
                <a:close/>
                <a:moveTo>
                  <a:pt x="452751" y="87173"/>
                </a:moveTo>
                <a:lnTo>
                  <a:pt x="452751" y="6677"/>
                </a:lnTo>
                <a:lnTo>
                  <a:pt x="464705" y="6677"/>
                </a:lnTo>
                <a:lnTo>
                  <a:pt x="464705" y="32347"/>
                </a:lnTo>
                <a:cubicBezTo>
                  <a:pt x="468144" y="29052"/>
                  <a:pt x="474230" y="27728"/>
                  <a:pt x="478707" y="27728"/>
                </a:cubicBezTo>
                <a:cubicBezTo>
                  <a:pt x="492537" y="27728"/>
                  <a:pt x="502300" y="38034"/>
                  <a:pt x="502110" y="51045"/>
                </a:cubicBezTo>
                <a:lnTo>
                  <a:pt x="502110" y="87164"/>
                </a:lnTo>
                <a:lnTo>
                  <a:pt x="490013" y="87164"/>
                </a:lnTo>
                <a:lnTo>
                  <a:pt x="490013" y="52112"/>
                </a:lnTo>
                <a:cubicBezTo>
                  <a:pt x="490013" y="48225"/>
                  <a:pt x="487975" y="39358"/>
                  <a:pt x="477488" y="39358"/>
                </a:cubicBezTo>
                <a:cubicBezTo>
                  <a:pt x="468268" y="39358"/>
                  <a:pt x="464705" y="46559"/>
                  <a:pt x="464705" y="52112"/>
                </a:cubicBezTo>
                <a:lnTo>
                  <a:pt x="464705" y="87173"/>
                </a:lnTo>
                <a:close/>
                <a:moveTo>
                  <a:pt x="407412" y="40558"/>
                </a:moveTo>
                <a:lnTo>
                  <a:pt x="407412" y="28985"/>
                </a:lnTo>
                <a:lnTo>
                  <a:pt x="413327" y="28985"/>
                </a:lnTo>
                <a:cubicBezTo>
                  <a:pt x="414464" y="28985"/>
                  <a:pt x="415555" y="28533"/>
                  <a:pt x="416358" y="27729"/>
                </a:cubicBezTo>
                <a:cubicBezTo>
                  <a:pt x="417162" y="26926"/>
                  <a:pt x="417614" y="25835"/>
                  <a:pt x="417614" y="24699"/>
                </a:cubicBezTo>
                <a:lnTo>
                  <a:pt x="417614" y="16555"/>
                </a:lnTo>
                <a:lnTo>
                  <a:pt x="429529" y="16555"/>
                </a:lnTo>
                <a:lnTo>
                  <a:pt x="429529" y="28985"/>
                </a:lnTo>
                <a:lnTo>
                  <a:pt x="441998" y="28985"/>
                </a:lnTo>
                <a:lnTo>
                  <a:pt x="441998" y="40558"/>
                </a:lnTo>
                <a:lnTo>
                  <a:pt x="429529" y="40558"/>
                </a:lnTo>
                <a:lnTo>
                  <a:pt x="429529" y="70171"/>
                </a:lnTo>
                <a:cubicBezTo>
                  <a:pt x="429529" y="72962"/>
                  <a:pt x="430530" y="76496"/>
                  <a:pt x="435702" y="76496"/>
                </a:cubicBezTo>
                <a:cubicBezTo>
                  <a:pt x="439178" y="76496"/>
                  <a:pt x="440759" y="76162"/>
                  <a:pt x="442712" y="75829"/>
                </a:cubicBezTo>
                <a:lnTo>
                  <a:pt x="442712" y="86659"/>
                </a:lnTo>
                <a:cubicBezTo>
                  <a:pt x="442712" y="86659"/>
                  <a:pt x="439273" y="87735"/>
                  <a:pt x="434549" y="87735"/>
                </a:cubicBezTo>
                <a:cubicBezTo>
                  <a:pt x="421233" y="87735"/>
                  <a:pt x="417623" y="77724"/>
                  <a:pt x="417623" y="70704"/>
                </a:cubicBezTo>
                <a:lnTo>
                  <a:pt x="417623" y="40558"/>
                </a:lnTo>
                <a:lnTo>
                  <a:pt x="407422" y="40558"/>
                </a:lnTo>
                <a:close/>
                <a:moveTo>
                  <a:pt x="309829" y="28985"/>
                </a:moveTo>
                <a:lnTo>
                  <a:pt x="296551" y="28985"/>
                </a:lnTo>
                <a:lnTo>
                  <a:pt x="317420" y="87145"/>
                </a:lnTo>
                <a:lnTo>
                  <a:pt x="328136" y="87145"/>
                </a:lnTo>
                <a:lnTo>
                  <a:pt x="339890" y="49826"/>
                </a:lnTo>
                <a:lnTo>
                  <a:pt x="351682" y="87145"/>
                </a:lnTo>
                <a:lnTo>
                  <a:pt x="362435" y="87145"/>
                </a:lnTo>
                <a:lnTo>
                  <a:pt x="383276" y="28985"/>
                </a:lnTo>
                <a:lnTo>
                  <a:pt x="370103" y="28985"/>
                </a:lnTo>
                <a:lnTo>
                  <a:pt x="357158" y="66418"/>
                </a:lnTo>
                <a:lnTo>
                  <a:pt x="345195" y="28985"/>
                </a:lnTo>
                <a:lnTo>
                  <a:pt x="334489" y="28985"/>
                </a:lnTo>
                <a:lnTo>
                  <a:pt x="322659" y="66675"/>
                </a:lnTo>
                <a:lnTo>
                  <a:pt x="309819" y="28985"/>
                </a:lnTo>
                <a:close/>
                <a:moveTo>
                  <a:pt x="211569" y="58531"/>
                </a:moveTo>
                <a:cubicBezTo>
                  <a:pt x="211378" y="73448"/>
                  <a:pt x="222875" y="88335"/>
                  <a:pt x="242268" y="88335"/>
                </a:cubicBezTo>
                <a:cubicBezTo>
                  <a:pt x="257184" y="88335"/>
                  <a:pt x="264966" y="79591"/>
                  <a:pt x="268309" y="71962"/>
                </a:cubicBezTo>
                <a:lnTo>
                  <a:pt x="258813" y="66713"/>
                </a:lnTo>
                <a:cubicBezTo>
                  <a:pt x="255812" y="70514"/>
                  <a:pt x="251183" y="77134"/>
                  <a:pt x="242258" y="77134"/>
                </a:cubicBezTo>
                <a:cubicBezTo>
                  <a:pt x="231352" y="77134"/>
                  <a:pt x="224875" y="69695"/>
                  <a:pt x="224247" y="62656"/>
                </a:cubicBezTo>
                <a:lnTo>
                  <a:pt x="268300" y="62656"/>
                </a:lnTo>
                <a:cubicBezTo>
                  <a:pt x="269005" y="59951"/>
                  <a:pt x="269709" y="53178"/>
                  <a:pt x="268014" y="47806"/>
                </a:cubicBezTo>
                <a:cubicBezTo>
                  <a:pt x="264814" y="37672"/>
                  <a:pt x="256384" y="27785"/>
                  <a:pt x="240972" y="27785"/>
                </a:cubicBezTo>
                <a:cubicBezTo>
                  <a:pt x="225561" y="27785"/>
                  <a:pt x="211559" y="38758"/>
                  <a:pt x="211559" y="58522"/>
                </a:cubicBezTo>
                <a:close/>
                <a:moveTo>
                  <a:pt x="224551" y="51388"/>
                </a:moveTo>
                <a:cubicBezTo>
                  <a:pt x="226630" y="44067"/>
                  <a:pt x="233371" y="38983"/>
                  <a:pt x="240982" y="38996"/>
                </a:cubicBezTo>
                <a:cubicBezTo>
                  <a:pt x="251050" y="38996"/>
                  <a:pt x="255917" y="47292"/>
                  <a:pt x="256441" y="51388"/>
                </a:cubicBezTo>
                <a:close/>
                <a:moveTo>
                  <a:pt x="141131" y="58531"/>
                </a:moveTo>
                <a:cubicBezTo>
                  <a:pt x="141493" y="75276"/>
                  <a:pt x="153295" y="88373"/>
                  <a:pt x="171088" y="88373"/>
                </a:cubicBezTo>
                <a:cubicBezTo>
                  <a:pt x="181317" y="88373"/>
                  <a:pt x="187499" y="83830"/>
                  <a:pt x="189766" y="81972"/>
                </a:cubicBezTo>
                <a:lnTo>
                  <a:pt x="189766" y="87183"/>
                </a:lnTo>
                <a:lnTo>
                  <a:pt x="201596" y="87183"/>
                </a:lnTo>
                <a:lnTo>
                  <a:pt x="201596" y="6735"/>
                </a:lnTo>
                <a:lnTo>
                  <a:pt x="189614" y="6735"/>
                </a:lnTo>
                <a:lnTo>
                  <a:pt x="189614" y="34243"/>
                </a:lnTo>
                <a:cubicBezTo>
                  <a:pt x="185670" y="30814"/>
                  <a:pt x="179498" y="27766"/>
                  <a:pt x="171230" y="27766"/>
                </a:cubicBezTo>
                <a:cubicBezTo>
                  <a:pt x="153038" y="27766"/>
                  <a:pt x="140769" y="41796"/>
                  <a:pt x="141131" y="58531"/>
                </a:cubicBezTo>
                <a:close/>
                <a:moveTo>
                  <a:pt x="153600" y="57769"/>
                </a:moveTo>
                <a:lnTo>
                  <a:pt x="153590" y="57769"/>
                </a:lnTo>
                <a:cubicBezTo>
                  <a:pt x="153590" y="47121"/>
                  <a:pt x="161629" y="39520"/>
                  <a:pt x="170783" y="39520"/>
                </a:cubicBezTo>
                <a:cubicBezTo>
                  <a:pt x="179936" y="39520"/>
                  <a:pt x="189566" y="45416"/>
                  <a:pt x="189566" y="58474"/>
                </a:cubicBezTo>
                <a:cubicBezTo>
                  <a:pt x="189631" y="63362"/>
                  <a:pt x="187692" y="68069"/>
                  <a:pt x="184204" y="71492"/>
                </a:cubicBezTo>
                <a:cubicBezTo>
                  <a:pt x="180715" y="74916"/>
                  <a:pt x="175973" y="76766"/>
                  <a:pt x="171088" y="76610"/>
                </a:cubicBezTo>
                <a:cubicBezTo>
                  <a:pt x="160486" y="76610"/>
                  <a:pt x="153600" y="68428"/>
                  <a:pt x="153600" y="57769"/>
                </a:cubicBezTo>
                <a:close/>
                <a:moveTo>
                  <a:pt x="884005" y="57503"/>
                </a:moveTo>
                <a:cubicBezTo>
                  <a:pt x="883643" y="40758"/>
                  <a:pt x="871842" y="27661"/>
                  <a:pt x="854049" y="27661"/>
                </a:cubicBezTo>
                <a:cubicBezTo>
                  <a:pt x="843819" y="27661"/>
                  <a:pt x="837638" y="32204"/>
                  <a:pt x="835371" y="34062"/>
                </a:cubicBezTo>
                <a:lnTo>
                  <a:pt x="835371" y="28852"/>
                </a:lnTo>
                <a:lnTo>
                  <a:pt x="823541" y="28852"/>
                </a:lnTo>
                <a:lnTo>
                  <a:pt x="823541" y="107147"/>
                </a:lnTo>
                <a:lnTo>
                  <a:pt x="835523" y="107147"/>
                </a:lnTo>
                <a:lnTo>
                  <a:pt x="835523" y="81792"/>
                </a:lnTo>
                <a:cubicBezTo>
                  <a:pt x="839466" y="85221"/>
                  <a:pt x="845648" y="88269"/>
                  <a:pt x="853906" y="88269"/>
                </a:cubicBezTo>
                <a:cubicBezTo>
                  <a:pt x="872099" y="88269"/>
                  <a:pt x="884367" y="74238"/>
                  <a:pt x="884005" y="57503"/>
                </a:cubicBezTo>
                <a:close/>
                <a:moveTo>
                  <a:pt x="871537" y="58265"/>
                </a:moveTo>
                <a:cubicBezTo>
                  <a:pt x="871537" y="68914"/>
                  <a:pt x="863507" y="76515"/>
                  <a:pt x="854354" y="76515"/>
                </a:cubicBezTo>
                <a:cubicBezTo>
                  <a:pt x="845200" y="76515"/>
                  <a:pt x="835571" y="70619"/>
                  <a:pt x="835571" y="57560"/>
                </a:cubicBezTo>
                <a:cubicBezTo>
                  <a:pt x="835506" y="52673"/>
                  <a:pt x="837445" y="47966"/>
                  <a:pt x="840933" y="44542"/>
                </a:cubicBezTo>
                <a:cubicBezTo>
                  <a:pt x="844421" y="41118"/>
                  <a:pt x="849164" y="39268"/>
                  <a:pt x="854049" y="39424"/>
                </a:cubicBezTo>
                <a:cubicBezTo>
                  <a:pt x="864650" y="39424"/>
                  <a:pt x="871537" y="47606"/>
                  <a:pt x="871537" y="58265"/>
                </a:cubicBezTo>
                <a:close/>
                <a:moveTo>
                  <a:pt x="975750" y="87411"/>
                </a:moveTo>
                <a:lnTo>
                  <a:pt x="975750" y="28956"/>
                </a:lnTo>
                <a:lnTo>
                  <a:pt x="987694" y="28956"/>
                </a:lnTo>
                <a:lnTo>
                  <a:pt x="987694" y="32595"/>
                </a:lnTo>
                <a:cubicBezTo>
                  <a:pt x="991133" y="29299"/>
                  <a:pt x="997219" y="27975"/>
                  <a:pt x="1001696" y="27975"/>
                </a:cubicBezTo>
                <a:cubicBezTo>
                  <a:pt x="1015526" y="27975"/>
                  <a:pt x="1025290" y="38281"/>
                  <a:pt x="1025099" y="51292"/>
                </a:cubicBezTo>
                <a:lnTo>
                  <a:pt x="1025099" y="87411"/>
                </a:lnTo>
                <a:lnTo>
                  <a:pt x="1013002" y="87411"/>
                </a:lnTo>
                <a:lnTo>
                  <a:pt x="1013002" y="52350"/>
                </a:lnTo>
                <a:cubicBezTo>
                  <a:pt x="1013002" y="48464"/>
                  <a:pt x="1010964" y="39596"/>
                  <a:pt x="1000477" y="39596"/>
                </a:cubicBezTo>
                <a:cubicBezTo>
                  <a:pt x="991247" y="39596"/>
                  <a:pt x="987694" y="46797"/>
                  <a:pt x="987694" y="52350"/>
                </a:cubicBezTo>
                <a:lnTo>
                  <a:pt x="987694" y="87411"/>
                </a:lnTo>
                <a:close/>
                <a:moveTo>
                  <a:pt x="686352" y="87211"/>
                </a:moveTo>
                <a:lnTo>
                  <a:pt x="686352" y="7887"/>
                </a:lnTo>
                <a:lnTo>
                  <a:pt x="696677" y="7887"/>
                </a:lnTo>
                <a:lnTo>
                  <a:pt x="736825" y="62913"/>
                </a:lnTo>
                <a:lnTo>
                  <a:pt x="736825" y="7887"/>
                </a:lnTo>
                <a:lnTo>
                  <a:pt x="749398" y="7887"/>
                </a:lnTo>
                <a:lnTo>
                  <a:pt x="749398" y="87211"/>
                </a:lnTo>
                <a:lnTo>
                  <a:pt x="738978" y="87211"/>
                </a:lnTo>
                <a:lnTo>
                  <a:pt x="698906" y="32004"/>
                </a:lnTo>
                <a:lnTo>
                  <a:pt x="698906" y="87211"/>
                </a:lnTo>
                <a:lnTo>
                  <a:pt x="686342" y="87211"/>
                </a:lnTo>
                <a:close/>
                <a:moveTo>
                  <a:pt x="11811" y="87183"/>
                </a:moveTo>
                <a:lnTo>
                  <a:pt x="0" y="87183"/>
                </a:lnTo>
                <a:lnTo>
                  <a:pt x="0" y="13154"/>
                </a:lnTo>
                <a:lnTo>
                  <a:pt x="9658" y="13154"/>
                </a:lnTo>
                <a:lnTo>
                  <a:pt x="35032" y="47416"/>
                </a:lnTo>
                <a:lnTo>
                  <a:pt x="60312" y="13202"/>
                </a:lnTo>
                <a:lnTo>
                  <a:pt x="70123" y="13202"/>
                </a:lnTo>
                <a:lnTo>
                  <a:pt x="70123" y="87173"/>
                </a:lnTo>
                <a:lnTo>
                  <a:pt x="58159" y="87173"/>
                </a:lnTo>
                <a:lnTo>
                  <a:pt x="58159" y="35871"/>
                </a:lnTo>
                <a:lnTo>
                  <a:pt x="35032" y="67361"/>
                </a:lnTo>
                <a:lnTo>
                  <a:pt x="11811" y="35681"/>
                </a:lnTo>
                <a:close/>
              </a:path>
            </a:pathLst>
          </a:custGeom>
          <a:solidFill>
            <a:srgbClr val="5E8D76">
              <a:alpha val="53333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Slides>10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ADK Campaign Deep Dive</dc:title>
  <cp:lastModifiedBy/>
  <cp:revision>1</cp:revision>
  <dcterms:modified xsi:type="dcterms:W3CDTF">2026-10-07T05:52:42Z</dcterms:modified>
  <dcterms:created xsi:type="dcterms:W3CDTF">2026-10-07T05:52:42Z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apkinAIOrigin">
    <vt:lpwstr>http://cv.iptc.org/newscodes/digitalsourcetype/compositeWithTrainedAlgorithmicMedia</vt:lpwstr>
  </property>
  <property fmtid="{D5CDD505-2E9C-101B-9397-08002B2CF9AE}" pid="3" name="NapkinAIOriginGenerator">
    <vt:lpwstr>Napkin AI</vt:lpwstr>
  </property>
  <property fmtid="{D5CDD505-2E9C-101B-9397-08002B2CF9AE}" pid="4" name="NapkinAIOriginVersion">
    <vt:lpwstr>napkin-ai-origin-v1</vt:lpwstr>
  </property>
</Properties>
</file>